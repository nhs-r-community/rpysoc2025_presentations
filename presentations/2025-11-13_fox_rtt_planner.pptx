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  <p:sldMasterId id="2147483684" r:id="rId5"/>
    <p:sldMasterId id="2147483681" r:id="rId6"/>
    <p:sldMasterId id="2147483678" r:id="rId7"/>
  </p:sldMasterIdLst>
  <p:notesMasterIdLst>
    <p:notesMasterId r:id="rId31"/>
  </p:notesMasterIdLst>
  <p:sldIdLst>
    <p:sldId id="259" r:id="rId8"/>
    <p:sldId id="298" r:id="rId9"/>
    <p:sldId id="657" r:id="rId10"/>
    <p:sldId id="650" r:id="rId11"/>
    <p:sldId id="648" r:id="rId12"/>
    <p:sldId id="664" r:id="rId13"/>
    <p:sldId id="665" r:id="rId14"/>
    <p:sldId id="666" r:id="rId15"/>
    <p:sldId id="658" r:id="rId16"/>
    <p:sldId id="659" r:id="rId17"/>
    <p:sldId id="669" r:id="rId18"/>
    <p:sldId id="660" r:id="rId19"/>
    <p:sldId id="661" r:id="rId20"/>
    <p:sldId id="662" r:id="rId21"/>
    <p:sldId id="663" r:id="rId22"/>
    <p:sldId id="667" r:id="rId23"/>
    <p:sldId id="668" r:id="rId24"/>
    <p:sldId id="670" r:id="rId25"/>
    <p:sldId id="671" r:id="rId26"/>
    <p:sldId id="672" r:id="rId27"/>
    <p:sldId id="673" r:id="rId28"/>
    <p:sldId id="642" r:id="rId29"/>
    <p:sldId id="269" r:id="rId30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0EB03-BF8F-46F0-9292-43494EC8ADEE}" v="275" dt="2025-11-05T13:35:15.427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49145" autoAdjust="0"/>
  </p:normalViewPr>
  <p:slideViewPr>
    <p:cSldViewPr snapToGrid="0">
      <p:cViewPr varScale="1">
        <p:scale>
          <a:sx n="68" d="100"/>
          <a:sy n="68" d="100"/>
        </p:scale>
        <p:origin x="3812" y="2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ableStyles" Target="tableStyle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X, Sebastian (NHS BRISTOL, NORTH SOMERSET AND SOUTH GLOUCESTERSHIRE ICB - 15C)" userId="1815cfa5-d339-48df-834c-a29ded241651" providerId="ADAL" clId="{C3389D15-5E92-4BBF-A382-E3D1FF375AC1}"/>
    <pc:docChg chg="undo custSel addSld delSld modSld modMainMaster">
      <pc:chgData name="FOX, Sebastian (NHS BRISTOL, NORTH SOMERSET AND SOUTH GLOUCESTERSHIRE ICB - 15C)" userId="1815cfa5-d339-48df-834c-a29ded241651" providerId="ADAL" clId="{C3389D15-5E92-4BBF-A382-E3D1FF375AC1}" dt="2025-11-05T16:14:53.135" v="9116" actId="20577"/>
      <pc:docMkLst>
        <pc:docMk/>
      </pc:docMkLst>
      <pc:sldChg chg="modNotesTx">
        <pc:chgData name="FOX, Sebastian (NHS BRISTOL, NORTH SOMERSET AND SOUTH GLOUCESTERSHIRE ICB - 15C)" userId="1815cfa5-d339-48df-834c-a29ded241651" providerId="ADAL" clId="{C3389D15-5E92-4BBF-A382-E3D1FF375AC1}" dt="2025-11-05T10:39:12.941" v="5665" actId="20577"/>
        <pc:sldMkLst>
          <pc:docMk/>
          <pc:sldMk cId="742242885" sldId="259"/>
        </pc:sldMkLst>
      </pc:sldChg>
      <pc:sldChg chg="addSp modSp mod">
        <pc:chgData name="FOX, Sebastian (NHS BRISTOL, NORTH SOMERSET AND SOUTH GLOUCESTERSHIRE ICB - 15C)" userId="1815cfa5-d339-48df-834c-a29ded241651" providerId="ADAL" clId="{C3389D15-5E92-4BBF-A382-E3D1FF375AC1}" dt="2025-11-05T13:57:35.111" v="8816" actId="14100"/>
        <pc:sldMkLst>
          <pc:docMk/>
          <pc:sldMk cId="2467175703" sldId="269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5T13:57:35.111" v="8816" actId="14100"/>
          <ac:spMkLst>
            <pc:docMk/>
            <pc:sldMk cId="2467175703" sldId="269"/>
            <ac:spMk id="2" creationId="{569770A0-F40B-259D-358E-6FBFC14EAAD9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3:32:40.181" v="8804" actId="207"/>
          <ac:spMkLst>
            <pc:docMk/>
            <pc:sldMk cId="2467175703" sldId="269"/>
            <ac:spMk id="4" creationId="{8EE26281-2E02-C063-E3A9-AB7FA9845B5B}"/>
          </ac:spMkLst>
        </pc:spChg>
      </pc:sldChg>
      <pc:sldChg chg="addSp delSp modSp mod modClrScheme chgLayout modNotesTx">
        <pc:chgData name="FOX, Sebastian (NHS BRISTOL, NORTH SOMERSET AND SOUTH GLOUCESTERSHIRE ICB - 15C)" userId="1815cfa5-d339-48df-834c-a29ded241651" providerId="ADAL" clId="{C3389D15-5E92-4BBF-A382-E3D1FF375AC1}" dt="2025-11-05T13:25:59.706" v="8756" actId="21"/>
        <pc:sldMkLst>
          <pc:docMk/>
          <pc:sldMk cId="1515371886" sldId="298"/>
        </pc:sldMkLst>
        <pc:spChg chg="mod ord">
          <ac:chgData name="FOX, Sebastian (NHS BRISTOL, NORTH SOMERSET AND SOUTH GLOUCESTERSHIRE ICB - 15C)" userId="1815cfa5-d339-48df-834c-a29ded241651" providerId="ADAL" clId="{C3389D15-5E92-4BBF-A382-E3D1FF375AC1}" dt="2025-11-03T16:48:14.869" v="81" actId="255"/>
          <ac:spMkLst>
            <pc:docMk/>
            <pc:sldMk cId="1515371886" sldId="298"/>
            <ac:spMk id="2" creationId="{01D1E1E9-6E82-A4A8-2692-267DB30EA1C6}"/>
          </ac:spMkLst>
        </pc:spChg>
        <pc:spChg chg="add mod ord">
          <ac:chgData name="FOX, Sebastian (NHS BRISTOL, NORTH SOMERSET AND SOUTH GLOUCESTERSHIRE ICB - 15C)" userId="1815cfa5-d339-48df-834c-a29ded241651" providerId="ADAL" clId="{C3389D15-5E92-4BBF-A382-E3D1FF375AC1}" dt="2025-11-03T16:44:41.610" v="38"/>
          <ac:spMkLst>
            <pc:docMk/>
            <pc:sldMk cId="1515371886" sldId="298"/>
            <ac:spMk id="6" creationId="{779E1BDB-3404-71D6-7CD2-C927E6F5DB4F}"/>
          </ac:spMkLst>
        </pc:spChg>
        <pc:picChg chg="add del mod">
          <ac:chgData name="FOX, Sebastian (NHS BRISTOL, NORTH SOMERSET AND SOUTH GLOUCESTERSHIRE ICB - 15C)" userId="1815cfa5-d339-48df-834c-a29ded241651" providerId="ADAL" clId="{C3389D15-5E92-4BBF-A382-E3D1FF375AC1}" dt="2025-11-05T13:25:59.706" v="8756" actId="21"/>
          <ac:picMkLst>
            <pc:docMk/>
            <pc:sldMk cId="1515371886" sldId="298"/>
            <ac:picMk id="4" creationId="{FE135D99-C49E-1682-AC9C-BD3574D361B8}"/>
          </ac:picMkLst>
        </pc:picChg>
      </pc:sldChg>
      <pc:sldChg chg="modSp add modAnim modNotesTx">
        <pc:chgData name="FOX, Sebastian (NHS BRISTOL, NORTH SOMERSET AND SOUTH GLOUCESTERSHIRE ICB - 15C)" userId="1815cfa5-d339-48df-834c-a29ded241651" providerId="ADAL" clId="{C3389D15-5E92-4BBF-A382-E3D1FF375AC1}" dt="2025-11-05T16:14:53.135" v="9116" actId="20577"/>
        <pc:sldMkLst>
          <pc:docMk/>
          <pc:sldMk cId="882722610" sldId="642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5T13:35:15.427" v="8807" actId="20577"/>
          <ac:spMkLst>
            <pc:docMk/>
            <pc:sldMk cId="882722610" sldId="642"/>
            <ac:spMk id="10" creationId="{8CDFCBD7-1AA3-AADA-B5A3-ADF271C628E1}"/>
          </ac:spMkLst>
        </pc:spChg>
      </pc:sldChg>
      <pc:sldChg chg="addSp delSp modSp add del mod modClrScheme chgLayout modNotesTx">
        <pc:chgData name="FOX, Sebastian (NHS BRISTOL, NORTH SOMERSET AND SOUTH GLOUCESTERSHIRE ICB - 15C)" userId="1815cfa5-d339-48df-834c-a29ded241651" providerId="ADAL" clId="{C3389D15-5E92-4BBF-A382-E3D1FF375AC1}" dt="2025-11-04T09:34:34.605" v="1366" actId="47"/>
        <pc:sldMkLst>
          <pc:docMk/>
          <pc:sldMk cId="2863640630" sldId="647"/>
        </pc:sldMkLst>
        <pc:spChg chg="mod ord">
          <ac:chgData name="FOX, Sebastian (NHS BRISTOL, NORTH SOMERSET AND SOUTH GLOUCESTERSHIRE ICB - 15C)" userId="1815cfa5-d339-48df-834c-a29ded241651" providerId="ADAL" clId="{C3389D15-5E92-4BBF-A382-E3D1FF375AC1}" dt="2025-11-04T09:32:17.438" v="1351" actId="700"/>
          <ac:spMkLst>
            <pc:docMk/>
            <pc:sldMk cId="2863640630" sldId="647"/>
            <ac:spMk id="2" creationId="{8BEA884D-12A8-A2E8-97E8-2A4E02E57363}"/>
          </ac:spMkLst>
        </pc:spChg>
        <pc:spChg chg="mod ord">
          <ac:chgData name="FOX, Sebastian (NHS BRISTOL, NORTH SOMERSET AND SOUTH GLOUCESTERSHIRE ICB - 15C)" userId="1815cfa5-d339-48df-834c-a29ded241651" providerId="ADAL" clId="{C3389D15-5E92-4BBF-A382-E3D1FF375AC1}" dt="2025-11-04T09:32:21.955" v="1352" actId="20577"/>
          <ac:spMkLst>
            <pc:docMk/>
            <pc:sldMk cId="2863640630" sldId="647"/>
            <ac:spMk id="3" creationId="{D70882F7-DA86-1ED7-CFD7-50524972C14D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22:06.356" v="344" actId="14100"/>
          <ac:spMkLst>
            <pc:docMk/>
            <pc:sldMk cId="2863640630" sldId="647"/>
            <ac:spMk id="4" creationId="{D93D33DA-66A1-F479-D695-534859D769EB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20:17.404" v="335" actId="207"/>
          <ac:spMkLst>
            <pc:docMk/>
            <pc:sldMk cId="2863640630" sldId="647"/>
            <ac:spMk id="6" creationId="{58F846AA-DFC9-FC99-8952-C7A2DC5A835B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21:14.738" v="339" actId="207"/>
          <ac:spMkLst>
            <pc:docMk/>
            <pc:sldMk cId="2863640630" sldId="647"/>
            <ac:spMk id="7" creationId="{CE078798-4494-4969-5586-49FCCACBBA84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21:14.738" v="339" actId="207"/>
          <ac:spMkLst>
            <pc:docMk/>
            <pc:sldMk cId="2863640630" sldId="647"/>
            <ac:spMk id="8" creationId="{494409DB-4879-2218-7D47-E4BCCBD44CBA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21:14.738" v="339" actId="207"/>
          <ac:spMkLst>
            <pc:docMk/>
            <pc:sldMk cId="2863640630" sldId="647"/>
            <ac:spMk id="10" creationId="{F6AD2C73-3E03-C750-52DF-14532E122867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20:07.141" v="332" actId="208"/>
          <ac:spMkLst>
            <pc:docMk/>
            <pc:sldMk cId="2863640630" sldId="647"/>
            <ac:spMk id="11" creationId="{08BFFD65-7C19-26A1-E2D3-966F9CC825DD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2:07.675" v="1349" actId="700"/>
          <ac:spMkLst>
            <pc:docMk/>
            <pc:sldMk cId="2863640630" sldId="647"/>
            <ac:spMk id="13" creationId="{A9AE278F-E890-D48A-2DDA-3B6B5255B936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2:17.438" v="1351" actId="700"/>
          <ac:spMkLst>
            <pc:docMk/>
            <pc:sldMk cId="2863640630" sldId="647"/>
            <ac:spMk id="14" creationId="{A550FF15-D841-E565-754D-F66C67A649BB}"/>
          </ac:spMkLst>
        </pc:spChg>
        <pc:cxnChg chg="del mod">
          <ac:chgData name="FOX, Sebastian (NHS BRISTOL, NORTH SOMERSET AND SOUTH GLOUCESTERSHIRE ICB - 15C)" userId="1815cfa5-d339-48df-834c-a29ded241651" providerId="ADAL" clId="{C3389D15-5E92-4BBF-A382-E3D1FF375AC1}" dt="2025-11-04T09:21:35.628" v="340" actId="478"/>
          <ac:cxnSpMkLst>
            <pc:docMk/>
            <pc:sldMk cId="2863640630" sldId="647"/>
            <ac:cxnSpMk id="9" creationId="{70C035ED-4843-C5FB-A67D-EB2219705B0D}"/>
          </ac:cxnSpMkLst>
        </pc:cxnChg>
      </pc:sldChg>
      <pc:sldChg chg="addSp delSp modSp add mod modNotesTx">
        <pc:chgData name="FOX, Sebastian (NHS BRISTOL, NORTH SOMERSET AND SOUTH GLOUCESTERSHIRE ICB - 15C)" userId="1815cfa5-d339-48df-834c-a29ded241651" providerId="ADAL" clId="{C3389D15-5E92-4BBF-A382-E3D1FF375AC1}" dt="2025-11-05T13:03:58.197" v="6454" actId="20577"/>
        <pc:sldMkLst>
          <pc:docMk/>
          <pc:sldMk cId="268542009" sldId="648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4T09:18:13.470" v="260" actId="207"/>
          <ac:spMkLst>
            <pc:docMk/>
            <pc:sldMk cId="268542009" sldId="648"/>
            <ac:spMk id="10" creationId="{F347A2EC-DFF2-A92C-AA80-2579559D159F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18:13.470" v="260" actId="207"/>
          <ac:spMkLst>
            <pc:docMk/>
            <pc:sldMk cId="268542009" sldId="648"/>
            <ac:spMk id="18" creationId="{4A6C42F3-6435-0824-2C3A-6895DB5EECFC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18:13.470" v="260" actId="207"/>
          <ac:spMkLst>
            <pc:docMk/>
            <pc:sldMk cId="268542009" sldId="648"/>
            <ac:spMk id="34" creationId="{828E855F-044F-3F44-4507-C2E043F5AAEB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18:13.470" v="260" actId="207"/>
          <ac:spMkLst>
            <pc:docMk/>
            <pc:sldMk cId="268542009" sldId="648"/>
            <ac:spMk id="36" creationId="{3C80BE7D-8BB2-1705-9000-C254C3D38F55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18:13.470" v="260" actId="207"/>
          <ac:spMkLst>
            <pc:docMk/>
            <pc:sldMk cId="268542009" sldId="648"/>
            <ac:spMk id="38" creationId="{9E1ECA3B-6191-B599-B5B7-91C6AF62484C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4T09:18:13.470" v="260" actId="207"/>
          <ac:spMkLst>
            <pc:docMk/>
            <pc:sldMk cId="268542009" sldId="648"/>
            <ac:spMk id="39" creationId="{EF36C1F2-C8FA-EB8C-6964-4B1A31121C5D}"/>
          </ac:spMkLst>
        </pc:spChg>
        <pc:picChg chg="add del mod modCrop">
          <ac:chgData name="FOX, Sebastian (NHS BRISTOL, NORTH SOMERSET AND SOUTH GLOUCESTERSHIRE ICB - 15C)" userId="1815cfa5-d339-48df-834c-a29ded241651" providerId="ADAL" clId="{C3389D15-5E92-4BBF-A382-E3D1FF375AC1}" dt="2025-11-05T10:52:10.782" v="5675" actId="478"/>
          <ac:picMkLst>
            <pc:docMk/>
            <pc:sldMk cId="268542009" sldId="648"/>
            <ac:picMk id="5" creationId="{4526F1C5-A739-1F3E-8994-2686A374D6D7}"/>
          </ac:picMkLst>
        </pc:picChg>
        <pc:picChg chg="add mod modCrop">
          <ac:chgData name="FOX, Sebastian (NHS BRISTOL, NORTH SOMERSET AND SOUTH GLOUCESTERSHIRE ICB - 15C)" userId="1815cfa5-d339-48df-834c-a29ded241651" providerId="ADAL" clId="{C3389D15-5E92-4BBF-A382-E3D1FF375AC1}" dt="2025-11-05T10:52:47.410" v="5682" actId="1076"/>
          <ac:picMkLst>
            <pc:docMk/>
            <pc:sldMk cId="268542009" sldId="648"/>
            <ac:picMk id="9" creationId="{9D921F50-9E2D-B7AA-37D9-CBDB7C313568}"/>
          </ac:picMkLst>
        </pc:picChg>
        <pc:picChg chg="del">
          <ac:chgData name="FOX, Sebastian (NHS BRISTOL, NORTH SOMERSET AND SOUTH GLOUCESTERSHIRE ICB - 15C)" userId="1815cfa5-d339-48df-834c-a29ded241651" providerId="ADAL" clId="{C3389D15-5E92-4BBF-A382-E3D1FF375AC1}" dt="2025-11-05T10:53:06.337" v="5683" actId="478"/>
          <ac:picMkLst>
            <pc:docMk/>
            <pc:sldMk cId="268542009" sldId="648"/>
            <ac:picMk id="12" creationId="{3F856A6B-EFD7-EF74-10AC-8EB54F6638A2}"/>
          </ac:picMkLst>
        </pc:picChg>
        <pc:picChg chg="add mod modCrop">
          <ac:chgData name="FOX, Sebastian (NHS BRISTOL, NORTH SOMERSET AND SOUTH GLOUCESTERSHIRE ICB - 15C)" userId="1815cfa5-d339-48df-834c-a29ded241651" providerId="ADAL" clId="{C3389D15-5E92-4BBF-A382-E3D1FF375AC1}" dt="2025-11-05T10:53:56.033" v="5693" actId="14100"/>
          <ac:picMkLst>
            <pc:docMk/>
            <pc:sldMk cId="268542009" sldId="648"/>
            <ac:picMk id="13" creationId="{20BF9BFC-4B95-9C55-845E-608B9DD9285A}"/>
          </ac:picMkLst>
        </pc:picChg>
        <pc:picChg chg="del">
          <ac:chgData name="FOX, Sebastian (NHS BRISTOL, NORTH SOMERSET AND SOUTH GLOUCESTERSHIRE ICB - 15C)" userId="1815cfa5-d339-48df-834c-a29ded241651" providerId="ADAL" clId="{C3389D15-5E92-4BBF-A382-E3D1FF375AC1}" dt="2025-11-05T10:53:44.976" v="5691" actId="478"/>
          <ac:picMkLst>
            <pc:docMk/>
            <pc:sldMk cId="268542009" sldId="648"/>
            <ac:picMk id="14" creationId="{09E5594C-CC5E-2235-2E7B-C0846F442A9E}"/>
          </ac:picMkLst>
        </pc:picChg>
        <pc:picChg chg="del">
          <ac:chgData name="FOX, Sebastian (NHS BRISTOL, NORTH SOMERSET AND SOUTH GLOUCESTERSHIRE ICB - 15C)" userId="1815cfa5-d339-48df-834c-a29ded241651" providerId="ADAL" clId="{C3389D15-5E92-4BBF-A382-E3D1FF375AC1}" dt="2025-11-05T10:51:42.027" v="5666" actId="478"/>
          <ac:picMkLst>
            <pc:docMk/>
            <pc:sldMk cId="268542009" sldId="648"/>
            <ac:picMk id="41" creationId="{C9D9B5CF-1A94-D73C-C9FD-C8D320E5D7F8}"/>
          </ac:picMkLst>
        </pc:picChg>
      </pc:sldChg>
      <pc:sldChg chg="modSp add del mod">
        <pc:chgData name="FOX, Sebastian (NHS BRISTOL, NORTH SOMERSET AND SOUTH GLOUCESTERSHIRE ICB - 15C)" userId="1815cfa5-d339-48df-834c-a29ded241651" providerId="ADAL" clId="{C3389D15-5E92-4BBF-A382-E3D1FF375AC1}" dt="2025-11-04T09:35:13.806" v="1371" actId="47"/>
        <pc:sldMkLst>
          <pc:docMk/>
          <pc:sldMk cId="3121707608" sldId="649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4T09:31:21.505" v="1347" actId="27636"/>
          <ac:spMkLst>
            <pc:docMk/>
            <pc:sldMk cId="3121707608" sldId="649"/>
            <ac:spMk id="2" creationId="{1E88261F-E3E9-54AC-B605-7D5DB3D6BE0D}"/>
          </ac:spMkLst>
        </pc:spChg>
      </pc:sldChg>
      <pc:sldChg chg="add modNotesTx">
        <pc:chgData name="FOX, Sebastian (NHS BRISTOL, NORTH SOMERSET AND SOUTH GLOUCESTERSHIRE ICB - 15C)" userId="1815cfa5-d339-48df-834c-a29ded241651" providerId="ADAL" clId="{C3389D15-5E92-4BBF-A382-E3D1FF375AC1}" dt="2025-11-05T13:01:06.581" v="6016" actId="20577"/>
        <pc:sldMkLst>
          <pc:docMk/>
          <pc:sldMk cId="2583192171" sldId="650"/>
        </pc:sldMkLst>
      </pc:sldChg>
      <pc:sldChg chg="new del">
        <pc:chgData name="FOX, Sebastian (NHS BRISTOL, NORTH SOMERSET AND SOUTH GLOUCESTERSHIRE ICB - 15C)" userId="1815cfa5-d339-48df-834c-a29ded241651" providerId="ADAL" clId="{C3389D15-5E92-4BBF-A382-E3D1FF375AC1}" dt="2025-11-03T16:38:35.961" v="12" actId="47"/>
        <pc:sldMkLst>
          <pc:docMk/>
          <pc:sldMk cId="1007063812" sldId="651"/>
        </pc:sldMkLst>
      </pc:sldChg>
      <pc:sldChg chg="add del">
        <pc:chgData name="FOX, Sebastian (NHS BRISTOL, NORTH SOMERSET AND SOUTH GLOUCESTERSHIRE ICB - 15C)" userId="1815cfa5-d339-48df-834c-a29ded241651" providerId="ADAL" clId="{C3389D15-5E92-4BBF-A382-E3D1FF375AC1}" dt="2025-11-03T16:39:01.230" v="16" actId="47"/>
        <pc:sldMkLst>
          <pc:docMk/>
          <pc:sldMk cId="3285531585" sldId="652"/>
        </pc:sldMkLst>
      </pc:sldChg>
      <pc:sldChg chg="modSp add del mod">
        <pc:chgData name="FOX, Sebastian (NHS BRISTOL, NORTH SOMERSET AND SOUTH GLOUCESTERSHIRE ICB - 15C)" userId="1815cfa5-d339-48df-834c-a29ded241651" providerId="ADAL" clId="{C3389D15-5E92-4BBF-A382-E3D1FF375AC1}" dt="2025-11-03T16:45:39.205" v="47" actId="47"/>
        <pc:sldMkLst>
          <pc:docMk/>
          <pc:sldMk cId="2190944381" sldId="653"/>
        </pc:sldMkLst>
      </pc:sldChg>
      <pc:sldChg chg="modSp add del mod">
        <pc:chgData name="FOX, Sebastian (NHS BRISTOL, NORTH SOMERSET AND SOUTH GLOUCESTERSHIRE ICB - 15C)" userId="1815cfa5-d339-48df-834c-a29ded241651" providerId="ADAL" clId="{C3389D15-5E92-4BBF-A382-E3D1FF375AC1}" dt="2025-11-03T16:46:08.372" v="53" actId="47"/>
        <pc:sldMkLst>
          <pc:docMk/>
          <pc:sldMk cId="528313755" sldId="654"/>
        </pc:sldMkLst>
      </pc:sldChg>
      <pc:sldChg chg="modSp add del mod">
        <pc:chgData name="FOX, Sebastian (NHS BRISTOL, NORTH SOMERSET AND SOUTH GLOUCESTERSHIRE ICB - 15C)" userId="1815cfa5-d339-48df-834c-a29ded241651" providerId="ADAL" clId="{C3389D15-5E92-4BBF-A382-E3D1FF375AC1}" dt="2025-11-03T16:46:57.670" v="59" actId="47"/>
        <pc:sldMkLst>
          <pc:docMk/>
          <pc:sldMk cId="2837692133" sldId="655"/>
        </pc:sldMkLst>
      </pc:sldChg>
      <pc:sldChg chg="addSp delSp modSp new del mod modClrScheme chgLayout">
        <pc:chgData name="FOX, Sebastian (NHS BRISTOL, NORTH SOMERSET AND SOUTH GLOUCESTERSHIRE ICB - 15C)" userId="1815cfa5-d339-48df-834c-a29ded241651" providerId="ADAL" clId="{C3389D15-5E92-4BBF-A382-E3D1FF375AC1}" dt="2025-11-03T16:46:58.849" v="60" actId="47"/>
        <pc:sldMkLst>
          <pc:docMk/>
          <pc:sldMk cId="1973393321" sldId="656"/>
        </pc:sldMkLst>
      </pc:sldChg>
      <pc:sldChg chg="addSp modSp add mod modAnim modNotesTx">
        <pc:chgData name="FOX, Sebastian (NHS BRISTOL, NORTH SOMERSET AND SOUTH GLOUCESTERSHIRE ICB - 15C)" userId="1815cfa5-d339-48df-834c-a29ded241651" providerId="ADAL" clId="{C3389D15-5E92-4BBF-A382-E3D1FF375AC1}" dt="2025-11-05T13:26:23.668" v="8759"/>
        <pc:sldMkLst>
          <pc:docMk/>
          <pc:sldMk cId="4121315413" sldId="657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3T16:48:19.995" v="82" actId="255"/>
          <ac:spMkLst>
            <pc:docMk/>
            <pc:sldMk cId="4121315413" sldId="657"/>
            <ac:spMk id="2" creationId="{2F0615F9-609E-217A-288D-E0ABAC78510A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3T16:45:48.652" v="49" actId="207"/>
          <ac:spMkLst>
            <pc:docMk/>
            <pc:sldMk cId="4121315413" sldId="657"/>
            <ac:spMk id="6" creationId="{F84BEAC9-08BE-A6F2-9EAB-D49B95BBA1CD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13:26:00.455" v="8757"/>
          <ac:picMkLst>
            <pc:docMk/>
            <pc:sldMk cId="4121315413" sldId="657"/>
            <ac:picMk id="4" creationId="{FE135D99-C49E-1682-AC9C-BD3574D361B8}"/>
          </ac:picMkLst>
        </pc:picChg>
      </pc:sldChg>
      <pc:sldChg chg="modSp add mod modNotesTx">
        <pc:chgData name="FOX, Sebastian (NHS BRISTOL, NORTH SOMERSET AND SOUTH GLOUCESTERSHIRE ICB - 15C)" userId="1815cfa5-d339-48df-834c-a29ded241651" providerId="ADAL" clId="{C3389D15-5E92-4BBF-A382-E3D1FF375AC1}" dt="2025-11-05T13:15:02.996" v="8227" actId="20577"/>
        <pc:sldMkLst>
          <pc:docMk/>
          <pc:sldMk cId="2549241892" sldId="658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3T16:48:07.158" v="80" actId="255"/>
          <ac:spMkLst>
            <pc:docMk/>
            <pc:sldMk cId="2549241892" sldId="658"/>
            <ac:spMk id="2" creationId="{47FC645D-6488-0C59-A5FE-7F1D05F12761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3T16:46:26.586" v="55" actId="113"/>
          <ac:spMkLst>
            <pc:docMk/>
            <pc:sldMk cId="2549241892" sldId="658"/>
            <ac:spMk id="6" creationId="{A76D27AD-2B0A-6F2E-8DFB-B8E544428BEB}"/>
          </ac:spMkLst>
        </pc:spChg>
      </pc:sldChg>
      <pc:sldChg chg="add del">
        <pc:chgData name="FOX, Sebastian (NHS BRISTOL, NORTH SOMERSET AND SOUTH GLOUCESTERSHIRE ICB - 15C)" userId="1815cfa5-d339-48df-834c-a29ded241651" providerId="ADAL" clId="{C3389D15-5E92-4BBF-A382-E3D1FF375AC1}" dt="2025-11-03T16:46:03.428" v="51"/>
        <pc:sldMkLst>
          <pc:docMk/>
          <pc:sldMk cId="3918533821" sldId="658"/>
        </pc:sldMkLst>
      </pc:sldChg>
      <pc:sldChg chg="addSp modSp add mod modAnim modNotesTx">
        <pc:chgData name="FOX, Sebastian (NHS BRISTOL, NORTH SOMERSET AND SOUTH GLOUCESTERSHIRE ICB - 15C)" userId="1815cfa5-d339-48df-834c-a29ded241651" providerId="ADAL" clId="{C3389D15-5E92-4BBF-A382-E3D1FF375AC1}" dt="2025-11-05T13:29:41.052" v="8768"/>
        <pc:sldMkLst>
          <pc:docMk/>
          <pc:sldMk cId="1808238844" sldId="659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3T16:47:57.119" v="75" actId="255"/>
          <ac:spMkLst>
            <pc:docMk/>
            <pc:sldMk cId="1808238844" sldId="659"/>
            <ac:spMk id="2" creationId="{52DA3E11-3853-FF42-ECA0-74D5109068F7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3T16:47:17.045" v="62" actId="12"/>
          <ac:spMkLst>
            <pc:docMk/>
            <pc:sldMk cId="1808238844" sldId="659"/>
            <ac:spMk id="6" creationId="{833ECDE2-658F-7DAA-DFEA-7E275F0BD18A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13:29:33.711" v="8766" actId="1076"/>
          <ac:picMkLst>
            <pc:docMk/>
            <pc:sldMk cId="1808238844" sldId="659"/>
            <ac:picMk id="4" creationId="{8F735ADE-006C-6596-04B7-4603A38D5CB1}"/>
          </ac:picMkLst>
        </pc:picChg>
      </pc:sldChg>
      <pc:sldChg chg="addSp delSp modSp new mod modNotesTx">
        <pc:chgData name="FOX, Sebastian (NHS BRISTOL, NORTH SOMERSET AND SOUTH GLOUCESTERSHIRE ICB - 15C)" userId="1815cfa5-d339-48df-834c-a29ded241651" providerId="ADAL" clId="{C3389D15-5E92-4BBF-A382-E3D1FF375AC1}" dt="2025-11-05T13:19:22.836" v="8678" actId="20577"/>
        <pc:sldMkLst>
          <pc:docMk/>
          <pc:sldMk cId="3061607975" sldId="660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3T16:47:45.488" v="74" actId="20577"/>
          <ac:spMkLst>
            <pc:docMk/>
            <pc:sldMk cId="3061607975" sldId="660"/>
            <ac:spMk id="2" creationId="{434F017C-AF00-CB47-1E54-3AE3C570B596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49:33.243" v="2531" actId="20577"/>
          <ac:spMkLst>
            <pc:docMk/>
            <pc:sldMk cId="3061607975" sldId="660"/>
            <ac:spMk id="4" creationId="{3D64B4C6-B46A-F5C4-11BB-18F862B14412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50:15.550" v="2571" actId="14100"/>
          <ac:spMkLst>
            <pc:docMk/>
            <pc:sldMk cId="3061607975" sldId="660"/>
            <ac:spMk id="6" creationId="{594F9DE9-2DDD-7659-8A5E-C18104C346E9}"/>
          </ac:spMkLst>
        </pc:spChg>
        <pc:picChg chg="add mod modCrop">
          <ac:chgData name="FOX, Sebastian (NHS BRISTOL, NORTH SOMERSET AND SOUTH GLOUCESTERSHIRE ICB - 15C)" userId="1815cfa5-d339-48df-834c-a29ded241651" providerId="ADAL" clId="{C3389D15-5E92-4BBF-A382-E3D1FF375AC1}" dt="2025-11-03T16:49:52.242" v="91" actId="1076"/>
          <ac:picMkLst>
            <pc:docMk/>
            <pc:sldMk cId="3061607975" sldId="660"/>
            <ac:picMk id="5" creationId="{81639DD1-50F2-6D9E-0786-FF2B2B622DFC}"/>
          </ac:picMkLst>
        </pc:picChg>
        <pc:picChg chg="add mod modCrop">
          <ac:chgData name="FOX, Sebastian (NHS BRISTOL, NORTH SOMERSET AND SOUTH GLOUCESTERSHIRE ICB - 15C)" userId="1815cfa5-d339-48df-834c-a29ded241651" providerId="ADAL" clId="{C3389D15-5E92-4BBF-A382-E3D1FF375AC1}" dt="2025-11-03T16:50:38.052" v="99" actId="1076"/>
          <ac:picMkLst>
            <pc:docMk/>
            <pc:sldMk cId="3061607975" sldId="660"/>
            <ac:picMk id="7" creationId="{F8277762-20C8-AC4E-A0EF-42794408FC9A}"/>
          </ac:picMkLst>
        </pc:picChg>
      </pc:sldChg>
      <pc:sldChg chg="addSp delSp modSp new mod modNotesTx">
        <pc:chgData name="FOX, Sebastian (NHS BRISTOL, NORTH SOMERSET AND SOUTH GLOUCESTERSHIRE ICB - 15C)" userId="1815cfa5-d339-48df-834c-a29ded241651" providerId="ADAL" clId="{C3389D15-5E92-4BBF-A382-E3D1FF375AC1}" dt="2025-11-05T13:30:29.341" v="8772" actId="1076"/>
        <pc:sldMkLst>
          <pc:docMk/>
          <pc:sldMk cId="3875091039" sldId="661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3T16:50:58.044" v="112" actId="20577"/>
          <ac:spMkLst>
            <pc:docMk/>
            <pc:sldMk cId="3875091039" sldId="661"/>
            <ac:spMk id="2" creationId="{502651A1-CCDE-3F64-66BF-D9CD3B4E6A7E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13:30:29.341" v="8772" actId="1076"/>
          <ac:picMkLst>
            <pc:docMk/>
            <pc:sldMk cId="3875091039" sldId="661"/>
            <ac:picMk id="4" creationId="{6A2F7964-942C-F714-5BC5-DA6B2BCFCC4A}"/>
          </ac:picMkLst>
        </pc:picChg>
        <pc:picChg chg="add mod modCrop">
          <ac:chgData name="FOX, Sebastian (NHS BRISTOL, NORTH SOMERSET AND SOUTH GLOUCESTERSHIRE ICB - 15C)" userId="1815cfa5-d339-48df-834c-a29ded241651" providerId="ADAL" clId="{C3389D15-5E92-4BBF-A382-E3D1FF375AC1}" dt="2025-11-03T16:53:11.691" v="120" actId="1076"/>
          <ac:picMkLst>
            <pc:docMk/>
            <pc:sldMk cId="3875091039" sldId="661"/>
            <ac:picMk id="5" creationId="{77E85BBC-CC43-19D7-EC23-59E6CD2AC04B}"/>
          </ac:picMkLst>
        </pc:picChg>
      </pc:sldChg>
      <pc:sldChg chg="add modNotesTx">
        <pc:chgData name="FOX, Sebastian (NHS BRISTOL, NORTH SOMERSET AND SOUTH GLOUCESTERSHIRE ICB - 15C)" userId="1815cfa5-d339-48df-834c-a29ded241651" providerId="ADAL" clId="{C3389D15-5E92-4BBF-A382-E3D1FF375AC1}" dt="2025-11-05T13:19:55.993" v="8712" actId="5793"/>
        <pc:sldMkLst>
          <pc:docMk/>
          <pc:sldMk cId="4001257042" sldId="662"/>
        </pc:sldMkLst>
      </pc:sldChg>
      <pc:sldChg chg="addSp modSp add mod modNotesTx">
        <pc:chgData name="FOX, Sebastian (NHS BRISTOL, NORTH SOMERSET AND SOUTH GLOUCESTERSHIRE ICB - 15C)" userId="1815cfa5-d339-48df-834c-a29ded241651" providerId="ADAL" clId="{C3389D15-5E92-4BBF-A382-E3D1FF375AC1}" dt="2025-11-05T13:31:01.847" v="8774" actId="1076"/>
        <pc:sldMkLst>
          <pc:docMk/>
          <pc:sldMk cId="2642685630" sldId="663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3T16:53:54.625" v="123" actId="12"/>
          <ac:spMkLst>
            <pc:docMk/>
            <pc:sldMk cId="2642685630" sldId="663"/>
            <ac:spMk id="6" creationId="{597E9077-B019-4DF2-19B3-1A16C75A8733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13:31:01.847" v="8774" actId="1076"/>
          <ac:picMkLst>
            <pc:docMk/>
            <pc:sldMk cId="2642685630" sldId="663"/>
            <ac:picMk id="4" creationId="{14FDF16C-5D41-8333-6275-5D6E29EEF6C1}"/>
          </ac:picMkLst>
        </pc:picChg>
      </pc:sldChg>
      <pc:sldChg chg="addSp delSp modSp new mod modClrScheme chgLayout modNotesTx">
        <pc:chgData name="FOX, Sebastian (NHS BRISTOL, NORTH SOMERSET AND SOUTH GLOUCESTERSHIRE ICB - 15C)" userId="1815cfa5-d339-48df-834c-a29ded241651" providerId="ADAL" clId="{C3389D15-5E92-4BBF-A382-E3D1FF375AC1}" dt="2025-11-05T13:28:51.758" v="8764" actId="1076"/>
        <pc:sldMkLst>
          <pc:docMk/>
          <pc:sldMk cId="3661525114" sldId="664"/>
        </pc:sldMkLst>
        <pc:spChg chg="del mod ord">
          <ac:chgData name="FOX, Sebastian (NHS BRISTOL, NORTH SOMERSET AND SOUTH GLOUCESTERSHIRE ICB - 15C)" userId="1815cfa5-d339-48df-834c-a29ded241651" providerId="ADAL" clId="{C3389D15-5E92-4BBF-A382-E3D1FF375AC1}" dt="2025-11-04T09:33:20.339" v="1355" actId="700"/>
          <ac:spMkLst>
            <pc:docMk/>
            <pc:sldMk cId="3661525114" sldId="664"/>
            <ac:spMk id="2" creationId="{70C47C76-9A72-92BA-279B-EF8798363A98}"/>
          </ac:spMkLst>
        </pc:spChg>
        <pc:spChg chg="mod ord">
          <ac:chgData name="FOX, Sebastian (NHS BRISTOL, NORTH SOMERSET AND SOUTH GLOUCESTERSHIRE ICB - 15C)" userId="1815cfa5-d339-48df-834c-a29ded241651" providerId="ADAL" clId="{C3389D15-5E92-4BBF-A382-E3D1FF375AC1}" dt="2025-11-04T09:33:37.517" v="1357" actId="700"/>
          <ac:spMkLst>
            <pc:docMk/>
            <pc:sldMk cId="3661525114" sldId="664"/>
            <ac:spMk id="3" creationId="{31B26255-B158-3250-A0A2-6F32FF60FE4C}"/>
          </ac:spMkLst>
        </pc:spChg>
        <pc:spChg chg="del mod ord">
          <ac:chgData name="FOX, Sebastian (NHS BRISTOL, NORTH SOMERSET AND SOUTH GLOUCESTERSHIRE ICB - 15C)" userId="1815cfa5-d339-48df-834c-a29ded241651" providerId="ADAL" clId="{C3389D15-5E92-4BBF-A382-E3D1FF375AC1}" dt="2025-11-04T09:33:20.339" v="1355" actId="700"/>
          <ac:spMkLst>
            <pc:docMk/>
            <pc:sldMk cId="3661525114" sldId="664"/>
            <ac:spMk id="4" creationId="{D2F465DC-B90D-F08C-96E3-B6E6BCA9231B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3:30.522" v="1356" actId="700"/>
          <ac:spMkLst>
            <pc:docMk/>
            <pc:sldMk cId="3661525114" sldId="664"/>
            <ac:spMk id="5" creationId="{CE58BD9B-FA11-C8BF-2E40-FFEF6A660237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3:30.522" v="1356" actId="700"/>
          <ac:spMkLst>
            <pc:docMk/>
            <pc:sldMk cId="3661525114" sldId="664"/>
            <ac:spMk id="6" creationId="{A328D7A2-293A-EAA2-754E-D80F241DAE55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3:37.517" v="1357" actId="700"/>
          <ac:spMkLst>
            <pc:docMk/>
            <pc:sldMk cId="3661525114" sldId="664"/>
            <ac:spMk id="7" creationId="{00731372-8A68-E5A4-4CC9-755339C5383F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3:37.517" v="1357" actId="700"/>
          <ac:spMkLst>
            <pc:docMk/>
            <pc:sldMk cId="3661525114" sldId="664"/>
            <ac:spMk id="8" creationId="{AAD6F716-76E9-A1DC-5D15-705D98807A6A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3:37.517" v="1357" actId="700"/>
          <ac:spMkLst>
            <pc:docMk/>
            <pc:sldMk cId="3661525114" sldId="664"/>
            <ac:spMk id="9" creationId="{461F11D4-5202-5CB7-0770-EFA1AB14A446}"/>
          </ac:spMkLst>
        </pc:spChg>
        <pc:spChg chg="add mod ord">
          <ac:chgData name="FOX, Sebastian (NHS BRISTOL, NORTH SOMERSET AND SOUTH GLOUCESTERSHIRE ICB - 15C)" userId="1815cfa5-d339-48df-834c-a29ded241651" providerId="ADAL" clId="{C3389D15-5E92-4BBF-A382-E3D1FF375AC1}" dt="2025-11-04T09:34:00.172" v="1361"/>
          <ac:spMkLst>
            <pc:docMk/>
            <pc:sldMk cId="3661525114" sldId="664"/>
            <ac:spMk id="10" creationId="{CDE56694-AE90-B7D0-D4AD-F9799F741B94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3:42.847" v="1358" actId="478"/>
          <ac:spMkLst>
            <pc:docMk/>
            <pc:sldMk cId="3661525114" sldId="664"/>
            <ac:spMk id="11" creationId="{5AC759B2-3CEC-15C1-94A1-8EFEBD1267D3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09:33:44.609" v="1359" actId="478"/>
          <ac:spMkLst>
            <pc:docMk/>
            <pc:sldMk cId="3661525114" sldId="664"/>
            <ac:spMk id="12" creationId="{7A57BDEB-8FC5-A315-D357-37BF645EC5AE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4:16.562" v="1364" actId="1076"/>
          <ac:spMkLst>
            <pc:docMk/>
            <pc:sldMk cId="3661525114" sldId="664"/>
            <ac:spMk id="14" creationId="{E0C237FE-ECC9-1106-6BC8-B49138E101F5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4:25.672" v="1365" actId="207"/>
          <ac:spMkLst>
            <pc:docMk/>
            <pc:sldMk cId="3661525114" sldId="664"/>
            <ac:spMk id="15" creationId="{E30C6314-5122-BCC9-E8DB-CD0478D94961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4:25.672" v="1365" actId="207"/>
          <ac:spMkLst>
            <pc:docMk/>
            <pc:sldMk cId="3661525114" sldId="664"/>
            <ac:spMk id="16" creationId="{FF69E15D-D660-9611-A5CA-EEC6F7BED02D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4:25.672" v="1365" actId="207"/>
          <ac:spMkLst>
            <pc:docMk/>
            <pc:sldMk cId="3661525114" sldId="664"/>
            <ac:spMk id="17" creationId="{49BF6809-F556-6A6C-367E-79F99F73C45E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4:16.562" v="1364" actId="1076"/>
          <ac:spMkLst>
            <pc:docMk/>
            <pc:sldMk cId="3661525114" sldId="664"/>
            <ac:spMk id="18" creationId="{8F42E678-FEAC-7B08-6614-D3F37C2777D7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3:54.062" v="1360"/>
          <ac:spMkLst>
            <pc:docMk/>
            <pc:sldMk cId="3661525114" sldId="664"/>
            <ac:spMk id="19" creationId="{AC64CF96-B632-360D-4DF7-F3EEA07CD414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4:25.672" v="1365" actId="207"/>
          <ac:spMkLst>
            <pc:docMk/>
            <pc:sldMk cId="3661525114" sldId="664"/>
            <ac:spMk id="20" creationId="{FC605AEA-C844-0F8E-B7F3-4362A87D40B0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13:28:51.758" v="8764" actId="1076"/>
          <ac:picMkLst>
            <pc:docMk/>
            <pc:sldMk cId="3661525114" sldId="664"/>
            <ac:picMk id="4" creationId="{D33C76DC-35F3-7676-B5A4-1B108016E2E3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4T09:34:16.562" v="1364" actId="1076"/>
          <ac:picMkLst>
            <pc:docMk/>
            <pc:sldMk cId="3661525114" sldId="664"/>
            <ac:picMk id="13" creationId="{53944684-B939-AB2C-E98F-261359D7AB26}"/>
          </ac:picMkLst>
        </pc:picChg>
      </pc:sldChg>
      <pc:sldChg chg="addSp delSp modSp new mod modAnim modNotesTx">
        <pc:chgData name="FOX, Sebastian (NHS BRISTOL, NORTH SOMERSET AND SOUTH GLOUCESTERSHIRE ICB - 15C)" userId="1815cfa5-d339-48df-834c-a29ded241651" providerId="ADAL" clId="{C3389D15-5E92-4BBF-A382-E3D1FF375AC1}" dt="2025-11-05T13:12:50.553" v="7950" actId="20577"/>
        <pc:sldMkLst>
          <pc:docMk/>
          <pc:sldMk cId="3539731814" sldId="665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4T09:34:53.645" v="1368"/>
          <ac:spMkLst>
            <pc:docMk/>
            <pc:sldMk cId="3539731814" sldId="665"/>
            <ac:spMk id="2" creationId="{F0A709B7-95A6-26BA-DCFB-83DB0AC32E6E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4T09:34:57.122" v="1369" actId="478"/>
          <ac:spMkLst>
            <pc:docMk/>
            <pc:sldMk cId="3539731814" sldId="665"/>
            <ac:spMk id="3" creationId="{ED5500F5-A33B-3733-65BC-CF1817C8576A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4T09:34:57.122" v="1369" actId="478"/>
          <ac:spMkLst>
            <pc:docMk/>
            <pc:sldMk cId="3539731814" sldId="665"/>
            <ac:spMk id="4" creationId="{9A55160D-D20E-5535-AC61-012FC91AB40A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5:06.722" v="1370"/>
          <ac:spMkLst>
            <pc:docMk/>
            <pc:sldMk cId="3539731814" sldId="665"/>
            <ac:spMk id="5" creationId="{C01F548B-BA1F-7582-4515-DF6FD23596C0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5:06.722" v="1370"/>
          <ac:spMkLst>
            <pc:docMk/>
            <pc:sldMk cId="3539731814" sldId="665"/>
            <ac:spMk id="6" creationId="{37B42FA0-730D-7045-3156-A091BD945C2A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5:06.722" v="1370"/>
          <ac:spMkLst>
            <pc:docMk/>
            <pc:sldMk cId="3539731814" sldId="665"/>
            <ac:spMk id="7" creationId="{40BD076B-79C1-31C6-F92D-B6801B07E978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6:58.141" v="1389" actId="20577"/>
          <ac:spMkLst>
            <pc:docMk/>
            <pc:sldMk cId="3539731814" sldId="665"/>
            <ac:spMk id="9" creationId="{2E44E1AA-6FFD-F174-6861-F9AEE8BF4E55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6:15.693" v="1375" actId="208"/>
          <ac:spMkLst>
            <pc:docMk/>
            <pc:sldMk cId="3539731814" sldId="665"/>
            <ac:spMk id="11" creationId="{C096E26E-E38B-06AD-1FB4-BFA7C91A9CF5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4T09:36:15.693" v="1375" actId="208"/>
          <ac:spMkLst>
            <pc:docMk/>
            <pc:sldMk cId="3539731814" sldId="665"/>
            <ac:spMk id="12" creationId="{26D9A7A2-ADFF-F21E-9F92-91BF01826DFF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4T09:35:06.722" v="1370"/>
          <ac:picMkLst>
            <pc:docMk/>
            <pc:sldMk cId="3539731814" sldId="665"/>
            <ac:picMk id="8" creationId="{1A1334AC-98F8-F62D-55E8-F193731241EC}"/>
          </ac:picMkLst>
        </pc:picChg>
        <pc:cxnChg chg="add mod">
          <ac:chgData name="FOX, Sebastian (NHS BRISTOL, NORTH SOMERSET AND SOUTH GLOUCESTERSHIRE ICB - 15C)" userId="1815cfa5-d339-48df-834c-a29ded241651" providerId="ADAL" clId="{C3389D15-5E92-4BBF-A382-E3D1FF375AC1}" dt="2025-11-04T09:36:15.693" v="1375" actId="208"/>
          <ac:cxnSpMkLst>
            <pc:docMk/>
            <pc:sldMk cId="3539731814" sldId="665"/>
            <ac:cxnSpMk id="10" creationId="{2140CDC0-B964-F945-9C9D-0F023483281E}"/>
          </ac:cxnSpMkLst>
        </pc:cxnChg>
        <pc:cxnChg chg="add mod">
          <ac:chgData name="FOX, Sebastian (NHS BRISTOL, NORTH SOMERSET AND SOUTH GLOUCESTERSHIRE ICB - 15C)" userId="1815cfa5-d339-48df-834c-a29ded241651" providerId="ADAL" clId="{C3389D15-5E92-4BBF-A382-E3D1FF375AC1}" dt="2025-11-04T09:36:15.693" v="1375" actId="208"/>
          <ac:cxnSpMkLst>
            <pc:docMk/>
            <pc:sldMk cId="3539731814" sldId="665"/>
            <ac:cxnSpMk id="13" creationId="{E1B204A3-E67C-2A2D-7CE7-C187DB3E0C80}"/>
          </ac:cxnSpMkLst>
        </pc:cxnChg>
      </pc:sldChg>
      <pc:sldChg chg="addSp delSp modSp new mod modAnim modNotesTx">
        <pc:chgData name="FOX, Sebastian (NHS BRISTOL, NORTH SOMERSET AND SOUTH GLOUCESTERSHIRE ICB - 15C)" userId="1815cfa5-d339-48df-834c-a29ded241651" providerId="ADAL" clId="{C3389D15-5E92-4BBF-A382-E3D1FF375AC1}" dt="2025-11-05T13:14:49.418" v="8198" actId="20577"/>
        <pc:sldMkLst>
          <pc:docMk/>
          <pc:sldMk cId="4138179127" sldId="666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4T09:38:09.006" v="1399" actId="20577"/>
          <ac:spMkLst>
            <pc:docMk/>
            <pc:sldMk cId="4138179127" sldId="666"/>
            <ac:spMk id="2" creationId="{5E9B859D-FA89-D254-BB80-2ABAFBC8BC7E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4T09:39:57.893" v="1400" actId="478"/>
          <ac:spMkLst>
            <pc:docMk/>
            <pc:sldMk cId="4138179127" sldId="666"/>
            <ac:spMk id="3" creationId="{B93E3701-4560-94F8-66C2-BE9232B12890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4T09:39:57.893" v="1400" actId="478"/>
          <ac:spMkLst>
            <pc:docMk/>
            <pc:sldMk cId="4138179127" sldId="666"/>
            <ac:spMk id="4" creationId="{FDC15123-AFFA-A9DB-747A-1152B7DD1428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55:53.075" v="5701" actId="1076"/>
          <ac:spMkLst>
            <pc:docMk/>
            <pc:sldMk cId="4138179127" sldId="666"/>
            <ac:spMk id="7" creationId="{8F6225C4-5734-4F00-0DE9-37558B55D0C1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55:53.075" v="5701" actId="1076"/>
          <ac:spMkLst>
            <pc:docMk/>
            <pc:sldMk cId="4138179127" sldId="666"/>
            <ac:spMk id="8" creationId="{DC0DCD0E-498C-4F43-03F2-B5ED8D7A8A81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55:53.075" v="5701" actId="1076"/>
          <ac:spMkLst>
            <pc:docMk/>
            <pc:sldMk cId="4138179127" sldId="666"/>
            <ac:spMk id="9" creationId="{9DAED8BC-70A4-ABE8-C406-6257FCAA7324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1:00:02.114" v="5877" actId="20577"/>
          <ac:spMkLst>
            <pc:docMk/>
            <pc:sldMk cId="4138179127" sldId="666"/>
            <ac:spMk id="20" creationId="{DC5F734F-20A7-40B5-842C-A19F99897A3E}"/>
          </ac:spMkLst>
        </pc:spChg>
        <pc:picChg chg="add mod modCrop">
          <ac:chgData name="FOX, Sebastian (NHS BRISTOL, NORTH SOMERSET AND SOUTH GLOUCESTERSHIRE ICB - 15C)" userId="1815cfa5-d339-48df-834c-a29ded241651" providerId="ADAL" clId="{C3389D15-5E92-4BBF-A382-E3D1FF375AC1}" dt="2025-11-04T09:40:21.603" v="1404" actId="1076"/>
          <ac:picMkLst>
            <pc:docMk/>
            <pc:sldMk cId="4138179127" sldId="666"/>
            <ac:picMk id="6" creationId="{424248EA-D296-CE4C-893F-2531BF0E6AC8}"/>
          </ac:picMkLst>
        </pc:picChg>
        <pc:cxnChg chg="add mod">
          <ac:chgData name="FOX, Sebastian (NHS BRISTOL, NORTH SOMERSET AND SOUTH GLOUCESTERSHIRE ICB - 15C)" userId="1815cfa5-d339-48df-834c-a29ded241651" providerId="ADAL" clId="{C3389D15-5E92-4BBF-A382-E3D1FF375AC1}" dt="2025-11-05T10:55:56.061" v="5702" actId="14100"/>
          <ac:cxnSpMkLst>
            <pc:docMk/>
            <pc:sldMk cId="4138179127" sldId="666"/>
            <ac:cxnSpMk id="11" creationId="{2A798768-DDC8-2375-8A9A-BC61033224B8}"/>
          </ac:cxnSpMkLst>
        </pc:cxnChg>
        <pc:cxnChg chg="add del mod">
          <ac:chgData name="FOX, Sebastian (NHS BRISTOL, NORTH SOMERSET AND SOUTH GLOUCESTERSHIRE ICB - 15C)" userId="1815cfa5-d339-48df-834c-a29ded241651" providerId="ADAL" clId="{C3389D15-5E92-4BBF-A382-E3D1FF375AC1}" dt="2025-11-04T09:41:13.949" v="1452" actId="11529"/>
          <ac:cxnSpMkLst>
            <pc:docMk/>
            <pc:sldMk cId="4138179127" sldId="666"/>
            <ac:cxnSpMk id="13" creationId="{9D450C00-D39F-8947-4005-5EF0D163F7FB}"/>
          </ac:cxnSpMkLst>
        </pc:cxnChg>
        <pc:cxnChg chg="add mod">
          <ac:chgData name="FOX, Sebastian (NHS BRISTOL, NORTH SOMERSET AND SOUTH GLOUCESTERSHIRE ICB - 15C)" userId="1815cfa5-d339-48df-834c-a29ded241651" providerId="ADAL" clId="{C3389D15-5E92-4BBF-A382-E3D1FF375AC1}" dt="2025-11-05T10:56:05.174" v="5705" actId="14100"/>
          <ac:cxnSpMkLst>
            <pc:docMk/>
            <pc:sldMk cId="4138179127" sldId="666"/>
            <ac:cxnSpMk id="15" creationId="{701A7987-9B18-1DB5-88B6-BBDC46B5BC1B}"/>
          </ac:cxnSpMkLst>
        </pc:cxnChg>
        <pc:cxnChg chg="add mod">
          <ac:chgData name="FOX, Sebastian (NHS BRISTOL, NORTH SOMERSET AND SOUTH GLOUCESTERSHIRE ICB - 15C)" userId="1815cfa5-d339-48df-834c-a29ded241651" providerId="ADAL" clId="{C3389D15-5E92-4BBF-A382-E3D1FF375AC1}" dt="2025-11-05T10:55:59.102" v="5703" actId="14100"/>
          <ac:cxnSpMkLst>
            <pc:docMk/>
            <pc:sldMk cId="4138179127" sldId="666"/>
            <ac:cxnSpMk id="17" creationId="{1AAAFDE0-D1AB-8E86-8E7F-A76E24F3693E}"/>
          </ac:cxnSpMkLst>
        </pc:cxnChg>
        <pc:cxnChg chg="add mod">
          <ac:chgData name="FOX, Sebastian (NHS BRISTOL, NORTH SOMERSET AND SOUTH GLOUCESTERSHIRE ICB - 15C)" userId="1815cfa5-d339-48df-834c-a29ded241651" providerId="ADAL" clId="{C3389D15-5E92-4BBF-A382-E3D1FF375AC1}" dt="2025-11-05T10:56:01.798" v="5704" actId="14100"/>
          <ac:cxnSpMkLst>
            <pc:docMk/>
            <pc:sldMk cId="4138179127" sldId="666"/>
            <ac:cxnSpMk id="19" creationId="{503E4BC5-BBB2-4577-FA4B-8EF0C86AFC23}"/>
          </ac:cxnSpMkLst>
        </pc:cxnChg>
      </pc:sldChg>
      <pc:sldChg chg="addSp delSp modSp new mod modClrScheme chgLayout modNotesTx">
        <pc:chgData name="FOX, Sebastian (NHS BRISTOL, NORTH SOMERSET AND SOUTH GLOUCESTERSHIRE ICB - 15C)" userId="1815cfa5-d339-48df-834c-a29ded241651" providerId="ADAL" clId="{C3389D15-5E92-4BBF-A382-E3D1FF375AC1}" dt="2025-11-05T13:31:11.107" v="8777" actId="1076"/>
        <pc:sldMkLst>
          <pc:docMk/>
          <pc:sldMk cId="3137991135" sldId="667"/>
        </pc:sldMkLst>
        <pc:spChg chg="mod ord">
          <ac:chgData name="FOX, Sebastian (NHS BRISTOL, NORTH SOMERSET AND SOUTH GLOUCESTERSHIRE ICB - 15C)" userId="1815cfa5-d339-48df-834c-a29ded241651" providerId="ADAL" clId="{C3389D15-5E92-4BBF-A382-E3D1FF375AC1}" dt="2025-11-04T11:40:53.230" v="3906" actId="700"/>
          <ac:spMkLst>
            <pc:docMk/>
            <pc:sldMk cId="3137991135" sldId="667"/>
            <ac:spMk id="2" creationId="{A3330D29-84CD-E87B-8DF0-09042B019638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4T10:15:18.181" v="3436" actId="478"/>
          <ac:spMkLst>
            <pc:docMk/>
            <pc:sldMk cId="3137991135" sldId="667"/>
            <ac:spMk id="3" creationId="{27D92B79-8856-D5BD-B181-2D55D7396004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4T11:41:00.108" v="3907" actId="478"/>
          <ac:spMkLst>
            <pc:docMk/>
            <pc:sldMk cId="3137991135" sldId="667"/>
            <ac:spMk id="4" creationId="{94E13EA1-5FEA-9A02-E94D-76D16156E422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5T13:24:53.380" v="8752" actId="931"/>
          <ac:spMkLst>
            <pc:docMk/>
            <pc:sldMk cId="3137991135" sldId="667"/>
            <ac:spMk id="5" creationId="{75CD4D35-09EA-90B9-2BDC-F98B702CAEB2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13:24:34.733" v="8750" actId="931"/>
          <ac:picMkLst>
            <pc:docMk/>
            <pc:sldMk cId="3137991135" sldId="667"/>
            <ac:picMk id="4" creationId="{517DC9CC-96D8-266C-2449-07BECEF621B2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13:31:11.107" v="8777" actId="1076"/>
          <ac:picMkLst>
            <pc:docMk/>
            <pc:sldMk cId="3137991135" sldId="667"/>
            <ac:picMk id="7" creationId="{607F6339-EE3E-A785-A067-247699E519BD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4T11:41:46.269" v="3911"/>
          <ac:picMkLst>
            <pc:docMk/>
            <pc:sldMk cId="3137991135" sldId="667"/>
            <ac:picMk id="7" creationId="{D9728D49-0D9A-C730-3457-8982A25DE36F}"/>
          </ac:picMkLst>
        </pc:picChg>
      </pc:sldChg>
      <pc:sldChg chg="addSp delSp modSp new mod modClrScheme chgLayout modNotesTx">
        <pc:chgData name="FOX, Sebastian (NHS BRISTOL, NORTH SOMERSET AND SOUTH GLOUCESTERSHIRE ICB - 15C)" userId="1815cfa5-d339-48df-834c-a29ded241651" providerId="ADAL" clId="{C3389D15-5E92-4BBF-A382-E3D1FF375AC1}" dt="2025-11-05T10:18:14.657" v="5345" actId="167"/>
        <pc:sldMkLst>
          <pc:docMk/>
          <pc:sldMk cId="2239345130" sldId="668"/>
        </pc:sldMkLst>
        <pc:spChg chg="del mod ord">
          <ac:chgData name="FOX, Sebastian (NHS BRISTOL, NORTH SOMERSET AND SOUTH GLOUCESTERSHIRE ICB - 15C)" userId="1815cfa5-d339-48df-834c-a29ded241651" providerId="ADAL" clId="{C3389D15-5E92-4BBF-A382-E3D1FF375AC1}" dt="2025-11-04T15:32:34.484" v="4278" actId="700"/>
          <ac:spMkLst>
            <pc:docMk/>
            <pc:sldMk cId="2239345130" sldId="668"/>
            <ac:spMk id="2" creationId="{699127BA-1685-E716-E14C-6C686493F0CA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5:58.155" v="5238" actId="207"/>
          <ac:spMkLst>
            <pc:docMk/>
            <pc:sldMk cId="2239345130" sldId="668"/>
            <ac:spMk id="2" creationId="{85B5F305-A3E7-89ED-6B81-1F409B5F7976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5:58.155" v="5238" actId="207"/>
          <ac:spMkLst>
            <pc:docMk/>
            <pc:sldMk cId="2239345130" sldId="668"/>
            <ac:spMk id="3" creationId="{3D0B3492-92F5-4F7C-C60A-0C7FB3C36880}"/>
          </ac:spMkLst>
        </pc:spChg>
        <pc:spChg chg="del mod ord">
          <ac:chgData name="FOX, Sebastian (NHS BRISTOL, NORTH SOMERSET AND SOUTH GLOUCESTERSHIRE ICB - 15C)" userId="1815cfa5-d339-48df-834c-a29ded241651" providerId="ADAL" clId="{C3389D15-5E92-4BBF-A382-E3D1FF375AC1}" dt="2025-11-04T15:32:34.484" v="4278" actId="700"/>
          <ac:spMkLst>
            <pc:docMk/>
            <pc:sldMk cId="2239345130" sldId="668"/>
            <ac:spMk id="3" creationId="{E791E5AE-CD64-951C-9213-AAF0D93DB310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5:58.155" v="5238" actId="207"/>
          <ac:spMkLst>
            <pc:docMk/>
            <pc:sldMk cId="2239345130" sldId="668"/>
            <ac:spMk id="4" creationId="{75D650CD-5F0E-B6C7-0499-50AA287503C3}"/>
          </ac:spMkLst>
        </pc:spChg>
        <pc:spChg chg="del mod ord">
          <ac:chgData name="FOX, Sebastian (NHS BRISTOL, NORTH SOMERSET AND SOUTH GLOUCESTERSHIRE ICB - 15C)" userId="1815cfa5-d339-48df-834c-a29ded241651" providerId="ADAL" clId="{C3389D15-5E92-4BBF-A382-E3D1FF375AC1}" dt="2025-11-04T15:32:34.484" v="4278" actId="700"/>
          <ac:spMkLst>
            <pc:docMk/>
            <pc:sldMk cId="2239345130" sldId="668"/>
            <ac:spMk id="4" creationId="{D642ACE1-87B9-EEEB-AA50-6FAC5E8A8C25}"/>
          </ac:spMkLst>
        </pc:spChg>
        <pc:spChg chg="add mod ord">
          <ac:chgData name="FOX, Sebastian (NHS BRISTOL, NORTH SOMERSET AND SOUTH GLOUCESTERSHIRE ICB - 15C)" userId="1815cfa5-d339-48df-834c-a29ded241651" providerId="ADAL" clId="{C3389D15-5E92-4BBF-A382-E3D1FF375AC1}" dt="2025-11-05T09:16:29.594" v="5245" actId="1076"/>
          <ac:spMkLst>
            <pc:docMk/>
            <pc:sldMk cId="2239345130" sldId="668"/>
            <ac:spMk id="5" creationId="{DE5B4423-F183-B969-3F01-AB1325EE8FD7}"/>
          </ac:spMkLst>
        </pc:spChg>
        <pc:spChg chg="add mod ord">
          <ac:chgData name="FOX, Sebastian (NHS BRISTOL, NORTH SOMERSET AND SOUTH GLOUCESTERSHIRE ICB - 15C)" userId="1815cfa5-d339-48df-834c-a29ded241651" providerId="ADAL" clId="{C3389D15-5E92-4BBF-A382-E3D1FF375AC1}" dt="2025-11-05T09:17:02.282" v="5266" actId="1076"/>
          <ac:spMkLst>
            <pc:docMk/>
            <pc:sldMk cId="2239345130" sldId="668"/>
            <ac:spMk id="6" creationId="{40EA870D-697E-9FAF-FE70-51A552C96B07}"/>
          </ac:spMkLst>
        </pc:spChg>
        <pc:spChg chg="add del mod ord">
          <ac:chgData name="FOX, Sebastian (NHS BRISTOL, NORTH SOMERSET AND SOUTH GLOUCESTERSHIRE ICB - 15C)" userId="1815cfa5-d339-48df-834c-a29ded241651" providerId="ADAL" clId="{C3389D15-5E92-4BBF-A382-E3D1FF375AC1}" dt="2025-11-05T09:07:58.170" v="5091" actId="478"/>
          <ac:spMkLst>
            <pc:docMk/>
            <pc:sldMk cId="2239345130" sldId="668"/>
            <ac:spMk id="7" creationId="{8E045793-74F0-AEAB-AC91-C6594BCB759C}"/>
          </ac:spMkLst>
        </pc:spChg>
        <pc:spChg chg="add del mod">
          <ac:chgData name="FOX, Sebastian (NHS BRISTOL, NORTH SOMERSET AND SOUTH GLOUCESTERSHIRE ICB - 15C)" userId="1815cfa5-d339-48df-834c-a29ded241651" providerId="ADAL" clId="{C3389D15-5E92-4BBF-A382-E3D1FF375AC1}" dt="2025-11-05T10:11:47.507" v="5287" actId="478"/>
          <ac:spMkLst>
            <pc:docMk/>
            <pc:sldMk cId="2239345130" sldId="668"/>
            <ac:spMk id="8" creationId="{F1FD6681-DB74-48CA-6E9C-1E183A082242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13:28.330" v="5318" actId="13822"/>
          <ac:spMkLst>
            <pc:docMk/>
            <pc:sldMk cId="2239345130" sldId="668"/>
            <ac:spMk id="9" creationId="{35B210AE-66EE-BCA6-27F0-FCEC0695A4B1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14:26.098" v="5327" actId="20577"/>
          <ac:spMkLst>
            <pc:docMk/>
            <pc:sldMk cId="2239345130" sldId="668"/>
            <ac:spMk id="10" creationId="{11FC1838-D7F0-659E-5757-61E9435B9673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15:02.942" v="5337" actId="20577"/>
          <ac:spMkLst>
            <pc:docMk/>
            <pc:sldMk cId="2239345130" sldId="668"/>
            <ac:spMk id="11" creationId="{16141446-5192-92AC-8C00-B5E9C66FBF50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09:10:11.612" v="5103" actId="208"/>
          <ac:picMkLst>
            <pc:docMk/>
            <pc:sldMk cId="2239345130" sldId="668"/>
            <ac:picMk id="2050" creationId="{AF18D565-1FE6-5A43-F1B2-BABCD8371611}"/>
          </ac:picMkLst>
        </pc:picChg>
        <pc:picChg chg="add del mod">
          <ac:chgData name="FOX, Sebastian (NHS BRISTOL, NORTH SOMERSET AND SOUTH GLOUCESTERSHIRE ICB - 15C)" userId="1815cfa5-d339-48df-834c-a29ded241651" providerId="ADAL" clId="{C3389D15-5E92-4BBF-A382-E3D1FF375AC1}" dt="2025-11-05T10:17:59.195" v="5340" actId="478"/>
          <ac:picMkLst>
            <pc:docMk/>
            <pc:sldMk cId="2239345130" sldId="668"/>
            <ac:picMk id="2052" creationId="{CEBBF085-254C-1D90-FA39-EEBF8F52758D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10:11.612" v="5103" actId="208"/>
          <ac:picMkLst>
            <pc:docMk/>
            <pc:sldMk cId="2239345130" sldId="668"/>
            <ac:picMk id="2054" creationId="{8C519F2E-87A7-9CC7-E42C-57DFB53C600C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10:18:14.657" v="5345" actId="167"/>
          <ac:picMkLst>
            <pc:docMk/>
            <pc:sldMk cId="2239345130" sldId="668"/>
            <ac:picMk id="2056" creationId="{419BA3D4-3569-F4CE-90D3-DB5F87E7F9EC}"/>
          </ac:picMkLst>
        </pc:picChg>
      </pc:sldChg>
      <pc:sldChg chg="add modNotesTx">
        <pc:chgData name="FOX, Sebastian (NHS BRISTOL, NORTH SOMERSET AND SOUTH GLOUCESTERSHIRE ICB - 15C)" userId="1815cfa5-d339-48df-834c-a29ded241651" providerId="ADAL" clId="{C3389D15-5E92-4BBF-A382-E3D1FF375AC1}" dt="2025-11-05T13:19:06.290" v="8665" actId="20577"/>
        <pc:sldMkLst>
          <pc:docMk/>
          <pc:sldMk cId="3142537051" sldId="669"/>
        </pc:sldMkLst>
      </pc:sldChg>
      <pc:sldChg chg="addSp delSp modSp add del mod">
        <pc:chgData name="FOX, Sebastian (NHS BRISTOL, NORTH SOMERSET AND SOUTH GLOUCESTERSHIRE ICB - 15C)" userId="1815cfa5-d339-48df-834c-a29ded241651" providerId="ADAL" clId="{C3389D15-5E92-4BBF-A382-E3D1FF375AC1}" dt="2025-11-05T11:49:51.113" v="5878" actId="2696"/>
        <pc:sldMkLst>
          <pc:docMk/>
          <pc:sldMk cId="3782922475" sldId="669"/>
        </pc:sldMkLst>
        <pc:spChg chg="add mod ord">
          <ac:chgData name="FOX, Sebastian (NHS BRISTOL, NORTH SOMERSET AND SOUTH GLOUCESTERSHIRE ICB - 15C)" userId="1815cfa5-d339-48df-834c-a29ded241651" providerId="ADAL" clId="{C3389D15-5E92-4BBF-A382-E3D1FF375AC1}" dt="2025-11-05T10:37:46.442" v="5459" actId="20577"/>
          <ac:spMkLst>
            <pc:docMk/>
            <pc:sldMk cId="3782922475" sldId="669"/>
            <ac:spMk id="2" creationId="{71645A3B-293F-EBF4-6ADD-E7B023EBEF99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5T10:37:39.859" v="5447" actId="478"/>
          <ac:spMkLst>
            <pc:docMk/>
            <pc:sldMk cId="3782922475" sldId="669"/>
            <ac:spMk id="6" creationId="{54319DCC-0D56-E63C-B989-85F48BF4AF52}"/>
          </ac:spMkLst>
        </pc:spChg>
      </pc:sldChg>
      <pc:sldChg chg="addSp delSp modSp add mod">
        <pc:chgData name="FOX, Sebastian (NHS BRISTOL, NORTH SOMERSET AND SOUTH GLOUCESTERSHIRE ICB - 15C)" userId="1815cfa5-d339-48df-834c-a29ded241651" providerId="ADAL" clId="{C3389D15-5E92-4BBF-A382-E3D1FF375AC1}" dt="2025-11-05T10:21:20.567" v="5372" actId="20577"/>
        <pc:sldMkLst>
          <pc:docMk/>
          <pc:sldMk cId="401344049" sldId="670"/>
        </pc:sldMkLst>
        <pc:spChg chg="add mod">
          <ac:chgData name="FOX, Sebastian (NHS BRISTOL, NORTH SOMERSET AND SOUTH GLOUCESTERSHIRE ICB - 15C)" userId="1815cfa5-d339-48df-834c-a29ded241651" providerId="ADAL" clId="{C3389D15-5E92-4BBF-A382-E3D1FF375AC1}" dt="2025-11-05T09:16:00.973" v="5239"/>
          <ac:spMkLst>
            <pc:docMk/>
            <pc:sldMk cId="401344049" sldId="670"/>
            <ac:spMk id="2" creationId="{11550C3D-6622-047B-D2BC-D21717E7215C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6:00.973" v="5239"/>
          <ac:spMkLst>
            <pc:docMk/>
            <pc:sldMk cId="401344049" sldId="670"/>
            <ac:spMk id="3" creationId="{F4F71158-4A76-CDFE-9CD8-BAD3CF7DB40F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6:00.973" v="5239"/>
          <ac:spMkLst>
            <pc:docMk/>
            <pc:sldMk cId="401344049" sldId="670"/>
            <ac:spMk id="4" creationId="{48711379-AB0C-CFE3-1A4B-972C5B9A6A47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5T09:16:34.070" v="5246" actId="478"/>
          <ac:spMkLst>
            <pc:docMk/>
            <pc:sldMk cId="401344049" sldId="670"/>
            <ac:spMk id="5" creationId="{76F230B3-DD78-C2E0-C656-1BD371BF920E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5T09:17:09.474" v="5267" actId="1076"/>
          <ac:spMkLst>
            <pc:docMk/>
            <pc:sldMk cId="401344049" sldId="670"/>
            <ac:spMk id="6" creationId="{8DACC56F-0A40-5598-733A-9E13EFBAC7DE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5T09:07:51.921" v="5089" actId="478"/>
          <ac:spMkLst>
            <pc:docMk/>
            <pc:sldMk cId="401344049" sldId="670"/>
            <ac:spMk id="7" creationId="{694A327F-47B7-EF18-B141-8E66F249C9D6}"/>
          </ac:spMkLst>
        </pc:spChg>
        <pc:spChg chg="add del mod">
          <ac:chgData name="FOX, Sebastian (NHS BRISTOL, NORTH SOMERSET AND SOUTH GLOUCESTERSHIRE ICB - 15C)" userId="1815cfa5-d339-48df-834c-a29ded241651" providerId="ADAL" clId="{C3389D15-5E92-4BBF-A382-E3D1FF375AC1}" dt="2025-11-05T09:16:36.839" v="5248" actId="478"/>
          <ac:spMkLst>
            <pc:docMk/>
            <pc:sldMk cId="401344049" sldId="670"/>
            <ac:spMk id="9" creationId="{DA7CE71B-4BE8-4835-CFF0-422C87D7843B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6:34.385" v="5247"/>
          <ac:spMkLst>
            <pc:docMk/>
            <pc:sldMk cId="401344049" sldId="670"/>
            <ac:spMk id="10" creationId="{25D37B99-0AF2-1E82-7E9B-9559CC5EDDB8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18:57.789" v="5350" actId="20577"/>
          <ac:spMkLst>
            <pc:docMk/>
            <pc:sldMk cId="401344049" sldId="670"/>
            <ac:spMk id="11" creationId="{FB212DE3-07F8-D477-7526-083C1F4F3022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19:34.370" v="5359" actId="20577"/>
          <ac:spMkLst>
            <pc:docMk/>
            <pc:sldMk cId="401344049" sldId="670"/>
            <ac:spMk id="12" creationId="{610AB786-EF03-03CA-CF35-E233EF6C471D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21:20.567" v="5372" actId="20577"/>
          <ac:spMkLst>
            <pc:docMk/>
            <pc:sldMk cId="401344049" sldId="670"/>
            <ac:spMk id="13" creationId="{7C318CD4-37D5-6767-6CA5-C0817A383804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09:14:02.515" v="5173" actId="1036"/>
          <ac:picMkLst>
            <pc:docMk/>
            <pc:sldMk cId="401344049" sldId="670"/>
            <ac:picMk id="3074" creationId="{791245B3-F058-E76B-1B83-3B730425846E}"/>
          </ac:picMkLst>
        </pc:picChg>
        <pc:picChg chg="add del mod">
          <ac:chgData name="FOX, Sebastian (NHS BRISTOL, NORTH SOMERSET AND SOUTH GLOUCESTERSHIRE ICB - 15C)" userId="1815cfa5-d339-48df-834c-a29ded241651" providerId="ADAL" clId="{C3389D15-5E92-4BBF-A382-E3D1FF375AC1}" dt="2025-11-05T10:20:51.757" v="5364" actId="478"/>
          <ac:picMkLst>
            <pc:docMk/>
            <pc:sldMk cId="401344049" sldId="670"/>
            <ac:picMk id="3076" creationId="{1FA53347-2660-C30F-263B-D6A1B98C6622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13:50.596" v="5166" actId="1036"/>
          <ac:picMkLst>
            <pc:docMk/>
            <pc:sldMk cId="401344049" sldId="670"/>
            <ac:picMk id="3078" creationId="{CE12E27D-2820-EABA-1F93-AA2A0713022F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10:21:11.080" v="5369" actId="167"/>
          <ac:picMkLst>
            <pc:docMk/>
            <pc:sldMk cId="401344049" sldId="670"/>
            <ac:picMk id="3080" creationId="{DB490679-C20A-C90B-D302-F8DACD8DF4A6}"/>
          </ac:picMkLst>
        </pc:picChg>
      </pc:sldChg>
      <pc:sldChg chg="add del">
        <pc:chgData name="FOX, Sebastian (NHS BRISTOL, NORTH SOMERSET AND SOUTH GLOUCESTERSHIRE ICB - 15C)" userId="1815cfa5-d339-48df-834c-a29ded241651" providerId="ADAL" clId="{C3389D15-5E92-4BBF-A382-E3D1FF375AC1}" dt="2025-11-05T08:57:57.600" v="4937"/>
        <pc:sldMkLst>
          <pc:docMk/>
          <pc:sldMk cId="467262898" sldId="670"/>
        </pc:sldMkLst>
      </pc:sldChg>
      <pc:sldChg chg="addSp delSp modSp add mod modNotesTx">
        <pc:chgData name="FOX, Sebastian (NHS BRISTOL, NORTH SOMERSET AND SOUTH GLOUCESTERSHIRE ICB - 15C)" userId="1815cfa5-d339-48df-834c-a29ded241651" providerId="ADAL" clId="{C3389D15-5E92-4BBF-A382-E3D1FF375AC1}" dt="2025-11-05T10:25:04.242" v="5401" actId="20577"/>
        <pc:sldMkLst>
          <pc:docMk/>
          <pc:sldMk cId="3338095509" sldId="671"/>
        </pc:sldMkLst>
        <pc:spChg chg="add del mod">
          <ac:chgData name="FOX, Sebastian (NHS BRISTOL, NORTH SOMERSET AND SOUTH GLOUCESTERSHIRE ICB - 15C)" userId="1815cfa5-d339-48df-834c-a29ded241651" providerId="ADAL" clId="{C3389D15-5E92-4BBF-A382-E3D1FF375AC1}" dt="2025-11-05T09:06:37.510" v="5082" actId="478"/>
          <ac:spMkLst>
            <pc:docMk/>
            <pc:sldMk cId="3338095509" sldId="671"/>
            <ac:spMk id="2" creationId="{182A3FDA-25CA-2B23-BF63-585EC50CAFB1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6:01.904" v="5240"/>
          <ac:spMkLst>
            <pc:docMk/>
            <pc:sldMk cId="3338095509" sldId="671"/>
            <ac:spMk id="3" creationId="{3648E62C-4D87-F3AB-F2AC-8ACACF151F54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6:01.904" v="5240"/>
          <ac:spMkLst>
            <pc:docMk/>
            <pc:sldMk cId="3338095509" sldId="671"/>
            <ac:spMk id="4" creationId="{D787A201-DA3F-019F-F34F-19FE38B90990}"/>
          </ac:spMkLst>
        </pc:spChg>
        <pc:spChg chg="del">
          <ac:chgData name="FOX, Sebastian (NHS BRISTOL, NORTH SOMERSET AND SOUTH GLOUCESTERSHIRE ICB - 15C)" userId="1815cfa5-d339-48df-834c-a29ded241651" providerId="ADAL" clId="{C3389D15-5E92-4BBF-A382-E3D1FF375AC1}" dt="2025-11-05T09:16:40.415" v="5249" actId="478"/>
          <ac:spMkLst>
            <pc:docMk/>
            <pc:sldMk cId="3338095509" sldId="671"/>
            <ac:spMk id="5" creationId="{CF581BA6-5DF6-A502-A584-9CABDCB9AE39}"/>
          </ac:spMkLst>
        </pc:spChg>
        <pc:spChg chg="mod">
          <ac:chgData name="FOX, Sebastian (NHS BRISTOL, NORTH SOMERSET AND SOUTH GLOUCESTERSHIRE ICB - 15C)" userId="1815cfa5-d339-48df-834c-a29ded241651" providerId="ADAL" clId="{C3389D15-5E92-4BBF-A382-E3D1FF375AC1}" dt="2025-11-05T09:17:14.462" v="5268" actId="1076"/>
          <ac:spMkLst>
            <pc:docMk/>
            <pc:sldMk cId="3338095509" sldId="671"/>
            <ac:spMk id="6" creationId="{049F5421-0BF7-2397-5B8A-E0B9C9BC233D}"/>
          </ac:spMkLst>
        </pc:spChg>
        <pc:spChg chg="add del mod">
          <ac:chgData name="FOX, Sebastian (NHS BRISTOL, NORTH SOMERSET AND SOUTH GLOUCESTERSHIRE ICB - 15C)" userId="1815cfa5-d339-48df-834c-a29ded241651" providerId="ADAL" clId="{C3389D15-5E92-4BBF-A382-E3D1FF375AC1}" dt="2025-11-05T09:05:08.638" v="5070"/>
          <ac:spMkLst>
            <pc:docMk/>
            <pc:sldMk cId="3338095509" sldId="671"/>
            <ac:spMk id="7" creationId="{B969100B-8DE6-999B-A63F-E51D863235AA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6:01.904" v="5240"/>
          <ac:spMkLst>
            <pc:docMk/>
            <pc:sldMk cId="3338095509" sldId="671"/>
            <ac:spMk id="8" creationId="{768FEB39-AE97-DD3A-0810-8D69DBF455A5}"/>
          </ac:spMkLst>
        </pc:spChg>
        <pc:spChg chg="add del mod">
          <ac:chgData name="FOX, Sebastian (NHS BRISTOL, NORTH SOMERSET AND SOUTH GLOUCESTERSHIRE ICB - 15C)" userId="1815cfa5-d339-48df-834c-a29ded241651" providerId="ADAL" clId="{C3389D15-5E92-4BBF-A382-E3D1FF375AC1}" dt="2025-11-05T09:16:42.440" v="5250" actId="478"/>
          <ac:spMkLst>
            <pc:docMk/>
            <pc:sldMk cId="3338095509" sldId="671"/>
            <ac:spMk id="10" creationId="{AF1E5076-D9EC-1F16-C87D-1F8DFCA0E4D0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09:16:42.778" v="5251"/>
          <ac:spMkLst>
            <pc:docMk/>
            <pc:sldMk cId="3338095509" sldId="671"/>
            <ac:spMk id="11" creationId="{5AAA993E-909F-8A3B-8DCC-C1DE5D40A63D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23:27.729" v="5387" actId="20577"/>
          <ac:spMkLst>
            <pc:docMk/>
            <pc:sldMk cId="3338095509" sldId="671"/>
            <ac:spMk id="12" creationId="{957D2F9C-EF07-15A3-CF23-582E26B5847F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22:18.623" v="5380" actId="20577"/>
          <ac:spMkLst>
            <pc:docMk/>
            <pc:sldMk cId="3338095509" sldId="671"/>
            <ac:spMk id="13" creationId="{7D70387A-0185-D38E-F72A-4942E00CB68C}"/>
          </ac:spMkLst>
        </pc:spChg>
        <pc:spChg chg="add mod">
          <ac:chgData name="FOX, Sebastian (NHS BRISTOL, NORTH SOMERSET AND SOUTH GLOUCESTERSHIRE ICB - 15C)" userId="1815cfa5-d339-48df-834c-a29ded241651" providerId="ADAL" clId="{C3389D15-5E92-4BBF-A382-E3D1FF375AC1}" dt="2025-11-05T10:25:04.242" v="5401" actId="20577"/>
          <ac:spMkLst>
            <pc:docMk/>
            <pc:sldMk cId="3338095509" sldId="671"/>
            <ac:spMk id="14" creationId="{0F9F24BC-A4BF-1EFD-6175-EF623BEFBAC8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09:02:20.996" v="5039"/>
          <ac:picMkLst>
            <pc:docMk/>
            <pc:sldMk cId="3338095509" sldId="671"/>
            <ac:picMk id="1026" creationId="{A08702B9-5D78-9556-34A0-08ADCF159C2A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3:04.024" v="5042"/>
          <ac:picMkLst>
            <pc:docMk/>
            <pc:sldMk cId="3338095509" sldId="671"/>
            <ac:picMk id="1028" creationId="{85E944E2-0AD7-78DE-A07F-49382EEA8C9C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3:27.128" v="5047"/>
          <ac:picMkLst>
            <pc:docMk/>
            <pc:sldMk cId="3338095509" sldId="671"/>
            <ac:picMk id="1030" creationId="{11045D1A-0F27-7748-2835-9B9A79CF25D9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3:30.732" v="5050"/>
          <ac:picMkLst>
            <pc:docMk/>
            <pc:sldMk cId="3338095509" sldId="671"/>
            <ac:picMk id="1032" creationId="{8BA82621-72A3-BE58-A01C-D7D5DDA6DE79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3:41.500" v="5053"/>
          <ac:picMkLst>
            <pc:docMk/>
            <pc:sldMk cId="3338095509" sldId="671"/>
            <ac:picMk id="1034" creationId="{9A754EE0-B38F-7C20-220A-F28FD68B1152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4:14.402" v="5056"/>
          <ac:picMkLst>
            <pc:docMk/>
            <pc:sldMk cId="3338095509" sldId="671"/>
            <ac:picMk id="1036" creationId="{0397DDDA-740F-CA98-3F52-5E67BD288EAE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4:19.656" v="5059"/>
          <ac:picMkLst>
            <pc:docMk/>
            <pc:sldMk cId="3338095509" sldId="671"/>
            <ac:picMk id="1038" creationId="{A323B2F3-AB85-620D-1922-72C189C3E3DC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4:29.958" v="5062"/>
          <ac:picMkLst>
            <pc:docMk/>
            <pc:sldMk cId="3338095509" sldId="671"/>
            <ac:picMk id="1040" creationId="{A285C827-B81B-2687-8EF8-EE0F0EE5784F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4:34.803" v="5065"/>
          <ac:picMkLst>
            <pc:docMk/>
            <pc:sldMk cId="3338095509" sldId="671"/>
            <ac:picMk id="1042" creationId="{66DAC3F3-D571-4AB9-7A80-12198A1FD0FD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04:39.968" v="5068"/>
          <ac:picMkLst>
            <pc:docMk/>
            <pc:sldMk cId="3338095509" sldId="671"/>
            <ac:picMk id="1044" creationId="{249B21DA-CE99-EE1C-1DD0-2F7CE24ACF6D}"/>
          </ac:picMkLst>
        </pc:picChg>
        <pc:picChg chg="add del mod">
          <ac:chgData name="FOX, Sebastian (NHS BRISTOL, NORTH SOMERSET AND SOUTH GLOUCESTERSHIRE ICB - 15C)" userId="1815cfa5-d339-48df-834c-a29ded241651" providerId="ADAL" clId="{C3389D15-5E92-4BBF-A382-E3D1FF375AC1}" dt="2025-11-05T09:06:35.946" v="5081" actId="478"/>
          <ac:picMkLst>
            <pc:docMk/>
            <pc:sldMk cId="3338095509" sldId="671"/>
            <ac:picMk id="1046" creationId="{7A283643-FC3F-69BF-BC84-BEBE587875C5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10:43.290" v="5114" actId="1037"/>
          <ac:picMkLst>
            <pc:docMk/>
            <pc:sldMk cId="3338095509" sldId="671"/>
            <ac:picMk id="1048" creationId="{4E95A8C3-6084-E488-9523-5A0D9DDA01E7}"/>
          </ac:picMkLst>
        </pc:picChg>
        <pc:picChg chg="add del mod">
          <ac:chgData name="FOX, Sebastian (NHS BRISTOL, NORTH SOMERSET AND SOUTH GLOUCESTERSHIRE ICB - 15C)" userId="1815cfa5-d339-48df-834c-a29ded241651" providerId="ADAL" clId="{C3389D15-5E92-4BBF-A382-E3D1FF375AC1}" dt="2025-11-05T10:24:02.601" v="5388" actId="478"/>
          <ac:picMkLst>
            <pc:docMk/>
            <pc:sldMk cId="3338095509" sldId="671"/>
            <ac:picMk id="1050" creationId="{F4FA095C-E7A1-751A-C7BA-40F7D2CCCC65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09:11:45.180" v="5149" actId="1038"/>
          <ac:picMkLst>
            <pc:docMk/>
            <pc:sldMk cId="3338095509" sldId="671"/>
            <ac:picMk id="1052" creationId="{8D428ACF-DE60-A2D8-CD76-BF2B94F82F15}"/>
          </ac:picMkLst>
        </pc:picChg>
        <pc:picChg chg="add mod">
          <ac:chgData name="FOX, Sebastian (NHS BRISTOL, NORTH SOMERSET AND SOUTH GLOUCESTERSHIRE ICB - 15C)" userId="1815cfa5-d339-48df-834c-a29ded241651" providerId="ADAL" clId="{C3389D15-5E92-4BBF-A382-E3D1FF375AC1}" dt="2025-11-05T10:24:46.068" v="5393" actId="167"/>
          <ac:picMkLst>
            <pc:docMk/>
            <pc:sldMk cId="3338095509" sldId="671"/>
            <ac:picMk id="1054" creationId="{C51774BC-BC93-FE22-B7CE-B098CAEBECE3}"/>
          </ac:picMkLst>
        </pc:picChg>
      </pc:sldChg>
      <pc:sldChg chg="add modNotesTx">
        <pc:chgData name="FOX, Sebastian (NHS BRISTOL, NORTH SOMERSET AND SOUTH GLOUCESTERSHIRE ICB - 15C)" userId="1815cfa5-d339-48df-834c-a29ded241651" providerId="ADAL" clId="{C3389D15-5E92-4BBF-A382-E3D1FF375AC1}" dt="2025-11-05T13:57:53.474" v="8818" actId="20577"/>
        <pc:sldMkLst>
          <pc:docMk/>
          <pc:sldMk cId="37998098" sldId="672"/>
        </pc:sldMkLst>
      </pc:sldChg>
      <pc:sldChg chg="addSp modSp add mod modNotesTx">
        <pc:chgData name="FOX, Sebastian (NHS BRISTOL, NORTH SOMERSET AND SOUTH GLOUCESTERSHIRE ICB - 15C)" userId="1815cfa5-d339-48df-834c-a29ded241651" providerId="ADAL" clId="{C3389D15-5E92-4BBF-A382-E3D1FF375AC1}" dt="2025-11-05T13:57:50.751" v="8817" actId="20577"/>
        <pc:sldMkLst>
          <pc:docMk/>
          <pc:sldMk cId="3157971667" sldId="673"/>
        </pc:sldMkLst>
        <pc:spChg chg="mod">
          <ac:chgData name="FOX, Sebastian (NHS BRISTOL, NORTH SOMERSET AND SOUTH GLOUCESTERSHIRE ICB - 15C)" userId="1815cfa5-d339-48df-834c-a29ded241651" providerId="ADAL" clId="{C3389D15-5E92-4BBF-A382-E3D1FF375AC1}" dt="2025-11-05T10:36:07.438" v="5444" actId="12"/>
          <ac:spMkLst>
            <pc:docMk/>
            <pc:sldMk cId="3157971667" sldId="673"/>
            <ac:spMk id="6" creationId="{E0E561C0-EAB6-447E-221A-21006D154BDA}"/>
          </ac:spMkLst>
        </pc:spChg>
        <pc:picChg chg="add mod">
          <ac:chgData name="FOX, Sebastian (NHS BRISTOL, NORTH SOMERSET AND SOUTH GLOUCESTERSHIRE ICB - 15C)" userId="1815cfa5-d339-48df-834c-a29ded241651" providerId="ADAL" clId="{C3389D15-5E92-4BBF-A382-E3D1FF375AC1}" dt="2025-11-05T13:31:35.284" v="8779" actId="1076"/>
          <ac:picMkLst>
            <pc:docMk/>
            <pc:sldMk cId="3157971667" sldId="673"/>
            <ac:picMk id="4" creationId="{409390F9-6D82-D8EB-E9EE-A99FA9D20B40}"/>
          </ac:picMkLst>
        </pc:picChg>
      </pc:sldChg>
      <pc:sldMasterChg chg="modSldLayout">
        <pc:chgData name="FOX, Sebastian (NHS BRISTOL, NORTH SOMERSET AND SOUTH GLOUCESTERSHIRE ICB - 15C)" userId="1815cfa5-d339-48df-834c-a29ded241651" providerId="ADAL" clId="{C3389D15-5E92-4BBF-A382-E3D1FF375AC1}" dt="2025-11-04T09:32:53.790" v="1353" actId="20577"/>
        <pc:sldMasterMkLst>
          <pc:docMk/>
          <pc:sldMasterMk cId="4047033814" sldId="2147483675"/>
        </pc:sldMasterMkLst>
        <pc:sldLayoutChg chg="modSp mod">
          <pc:chgData name="FOX, Sebastian (NHS BRISTOL, NORTH SOMERSET AND SOUTH GLOUCESTERSHIRE ICB - 15C)" userId="1815cfa5-d339-48df-834c-a29ded241651" providerId="ADAL" clId="{C3389D15-5E92-4BBF-A382-E3D1FF375AC1}" dt="2025-11-04T09:32:53.790" v="1353" actId="20577"/>
          <pc:sldLayoutMkLst>
            <pc:docMk/>
            <pc:sldMasterMk cId="4047033814" sldId="2147483675"/>
            <pc:sldLayoutMk cId="4223353116" sldId="2147483687"/>
          </pc:sldLayoutMkLst>
          <pc:spChg chg="mod">
            <ac:chgData name="FOX, Sebastian (NHS BRISTOL, NORTH SOMERSET AND SOUTH GLOUCESTERSHIRE ICB - 15C)" userId="1815cfa5-d339-48df-834c-a29ded241651" providerId="ADAL" clId="{C3389D15-5E92-4BBF-A382-E3D1FF375AC1}" dt="2025-11-04T09:32:53.790" v="1353" actId="20577"/>
            <ac:spMkLst>
              <pc:docMk/>
              <pc:sldMasterMk cId="4047033814" sldId="2147483675"/>
              <pc:sldLayoutMk cId="4223353116" sldId="2147483687"/>
              <ac:spMk id="3" creationId="{61E7FE5A-8255-D0E8-0F15-A0DD0B4C6F4B}"/>
            </ac:spMkLst>
          </pc:spChg>
        </pc:sldLayoutChg>
      </pc:sldMasterChg>
      <pc:sldMasterChg chg="delSp mod modSldLayout">
        <pc:chgData name="FOX, Sebastian (NHS BRISTOL, NORTH SOMERSET AND SOUTH GLOUCESTERSHIRE ICB - 15C)" userId="1815cfa5-d339-48df-834c-a29ded241651" providerId="ADAL" clId="{C3389D15-5E92-4BBF-A382-E3D1FF375AC1}" dt="2025-11-03T16:45:25.548" v="44" actId="478"/>
        <pc:sldMasterMkLst>
          <pc:docMk/>
          <pc:sldMasterMk cId="780920053" sldId="2147483678"/>
        </pc:sldMasterMkLst>
        <pc:sldLayoutChg chg="delSp mod">
          <pc:chgData name="FOX, Sebastian (NHS BRISTOL, NORTH SOMERSET AND SOUTH GLOUCESTERSHIRE ICB - 15C)" userId="1815cfa5-d339-48df-834c-a29ded241651" providerId="ADAL" clId="{C3389D15-5E92-4BBF-A382-E3D1FF375AC1}" dt="2025-11-03T16:45:21.420" v="43" actId="478"/>
          <pc:sldLayoutMkLst>
            <pc:docMk/>
            <pc:sldMasterMk cId="780920053" sldId="2147483678"/>
            <pc:sldLayoutMk cId="2311990237" sldId="2147483648"/>
          </pc:sldLayoutMkLst>
        </pc:sldLayoutChg>
        <pc:sldLayoutChg chg="delSp mod">
          <pc:chgData name="FOX, Sebastian (NHS BRISTOL, NORTH SOMERSET AND SOUTH GLOUCESTERSHIRE ICB - 15C)" userId="1815cfa5-d339-48df-834c-a29ded241651" providerId="ADAL" clId="{C3389D15-5E92-4BBF-A382-E3D1FF375AC1}" dt="2025-11-03T16:45:08.019" v="39" actId="478"/>
          <pc:sldLayoutMkLst>
            <pc:docMk/>
            <pc:sldMasterMk cId="780920053" sldId="2147483678"/>
            <pc:sldLayoutMk cId="187014140" sldId="2147483649"/>
          </pc:sldLayoutMkLst>
        </pc:sldLayoutChg>
        <pc:sldLayoutChg chg="delSp mod">
          <pc:chgData name="FOX, Sebastian (NHS BRISTOL, NORTH SOMERSET AND SOUTH GLOUCESTERSHIRE ICB - 15C)" userId="1815cfa5-d339-48df-834c-a29ded241651" providerId="ADAL" clId="{C3389D15-5E92-4BBF-A382-E3D1FF375AC1}" dt="2025-11-03T16:45:12.897" v="40" actId="478"/>
          <pc:sldLayoutMkLst>
            <pc:docMk/>
            <pc:sldMasterMk cId="780920053" sldId="2147483678"/>
            <pc:sldLayoutMk cId="1530962675" sldId="2147483651"/>
          </pc:sldLayoutMkLst>
        </pc:sldLayoutChg>
        <pc:sldLayoutChg chg="delSp mod">
          <pc:chgData name="FOX, Sebastian (NHS BRISTOL, NORTH SOMERSET AND SOUTH GLOUCESTERSHIRE ICB - 15C)" userId="1815cfa5-d339-48df-834c-a29ded241651" providerId="ADAL" clId="{C3389D15-5E92-4BBF-A382-E3D1FF375AC1}" dt="2025-11-03T16:45:17.772" v="42" actId="478"/>
          <pc:sldLayoutMkLst>
            <pc:docMk/>
            <pc:sldMasterMk cId="780920053" sldId="2147483678"/>
            <pc:sldLayoutMk cId="1167371297" sldId="2147483653"/>
          </pc:sldLayoutMkLst>
        </pc:sldLayoutChg>
        <pc:sldLayoutChg chg="delSp mod">
          <pc:chgData name="FOX, Sebastian (NHS BRISTOL, NORTH SOMERSET AND SOUTH GLOUCESTERSHIRE ICB - 15C)" userId="1815cfa5-d339-48df-834c-a29ded241651" providerId="ADAL" clId="{C3389D15-5E92-4BBF-A382-E3D1FF375AC1}" dt="2025-11-03T16:45:15.177" v="41" actId="478"/>
          <pc:sldLayoutMkLst>
            <pc:docMk/>
            <pc:sldMasterMk cId="780920053" sldId="2147483678"/>
            <pc:sldLayoutMk cId="1967433496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E7697-CAA0-1742-857D-B67FD3D2B4D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8DBF2-496B-A842-8775-F438C7EE6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74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55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74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78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27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02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39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54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1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41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67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03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35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51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11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42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1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46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17DFB-0EC2-3E32-3F3B-F4EED10BD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A7474-5A77-37AB-A4CF-346DA3DF2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64318-9317-48BA-FD28-D336A217A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C619A-4E32-4A6D-F360-174C3F287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754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59C9-1BBC-3667-924B-9B1C92BD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7C90D-C84B-4566-8072-B8453B4D9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2B367-BC62-1DE5-74D5-AA9508589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9510-5B20-74EC-0E4F-17751EF20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38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A9CA-7296-EC2D-B234-2A5FBFA9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A4690-8F57-A68F-2481-7732FC9F1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2FBA2-0A40-CC94-96B4-ECA391A46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E5BD3-5A60-5F2B-4014-939391A87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765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1483-72E6-7F10-1BA1-04B658E94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C25A5-5B6C-9F4F-3A4F-A7F80ECAC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4BC38-BBA9-4C54-EBE9-2F3AD0F4B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0F4B1-9B26-9FA1-5896-02BE1E565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8DBF2-496B-A842-8775-F438C7EE61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73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1735-F78C-AE48-B9D7-3BD1D325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09249-8D20-C7DA-90F8-DC4F5BD05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C60DE-12D4-4EB2-9F57-1947ACF3A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3605F-EE1B-5E41-72F3-19DAB4B2C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3BCC2-F3BD-477F-9171-97C356BC428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918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549" y="2491980"/>
            <a:ext cx="7764624" cy="1677243"/>
          </a:xfrm>
        </p:spPr>
        <p:txBody>
          <a:bodyPr anchor="b">
            <a:normAutofit/>
          </a:bodyPr>
          <a:lstStyle>
            <a:lvl1pPr algn="l">
              <a:defRPr sz="5800"/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the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69" y="4442620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53A8C8-2A8E-FE9E-D4C8-8005EC111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22" name="Picture 21" descr="A close-up of a sign&#10;&#10;Description automatically generated">
            <a:extLst>
              <a:ext uri="{FF2B5EF4-FFF2-40B4-BE49-F238E27FC236}">
                <a16:creationId xmlns:a16="http://schemas.microsoft.com/office/drawing/2014/main" id="{68E15A83-C105-6231-2088-1335D77900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80205" y="631456"/>
            <a:ext cx="2261191" cy="7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2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549" y="2491980"/>
            <a:ext cx="7764624" cy="1677243"/>
          </a:xfrm>
        </p:spPr>
        <p:txBody>
          <a:bodyPr anchor="b">
            <a:normAutofit/>
          </a:bodyPr>
          <a:lstStyle>
            <a:lvl1pPr algn="l">
              <a:defRPr sz="5800"/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the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69" y="4442620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7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53A8C8-2A8E-FE9E-D4C8-8005EC111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22" name="Picture 21" descr="A close-up of a sign&#10;&#10;Description automatically generated">
            <a:extLst>
              <a:ext uri="{FF2B5EF4-FFF2-40B4-BE49-F238E27FC236}">
                <a16:creationId xmlns:a16="http://schemas.microsoft.com/office/drawing/2014/main" id="{68E15A83-C105-6231-2088-1335D77900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80205" y="631456"/>
            <a:ext cx="2261191" cy="749140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B59CAEA-0C91-384B-37F6-3CDFB7A40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82733" y="1935117"/>
            <a:ext cx="5509267" cy="4850216"/>
          </a:xfrm>
          <a:custGeom>
            <a:avLst/>
            <a:gdLst>
              <a:gd name="connsiteX0" fmla="*/ 4125218 w 5509267"/>
              <a:gd name="connsiteY0" fmla="*/ 0 h 4850216"/>
              <a:gd name="connsiteX1" fmla="*/ 5509267 w 5509267"/>
              <a:gd name="connsiteY1" fmla="*/ 0 h 4850216"/>
              <a:gd name="connsiteX2" fmla="*/ 5509267 w 5509267"/>
              <a:gd name="connsiteY2" fmla="*/ 1025249 h 4850216"/>
              <a:gd name="connsiteX3" fmla="*/ 5509267 w 5509267"/>
              <a:gd name="connsiteY3" fmla="*/ 2064733 h 4850216"/>
              <a:gd name="connsiteX4" fmla="*/ 5509267 w 5509267"/>
              <a:gd name="connsiteY4" fmla="*/ 4850216 h 4850216"/>
              <a:gd name="connsiteX5" fmla="*/ 64707 w 5509267"/>
              <a:gd name="connsiteY5" fmla="*/ 4850216 h 4850216"/>
              <a:gd name="connsiteX6" fmla="*/ 0 w 5509267"/>
              <a:gd name="connsiteY6" fmla="*/ 4119462 h 4850216"/>
              <a:gd name="connsiteX7" fmla="*/ 4125218 w 5509267"/>
              <a:gd name="connsiteY7" fmla="*/ 0 h 485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09267" h="4850216">
                <a:moveTo>
                  <a:pt x="4125218" y="0"/>
                </a:moveTo>
                <a:cubicBezTo>
                  <a:pt x="4496940" y="0"/>
                  <a:pt x="4972933" y="0"/>
                  <a:pt x="5509267" y="0"/>
                </a:cubicBezTo>
                <a:lnTo>
                  <a:pt x="5509267" y="1025249"/>
                </a:lnTo>
                <a:lnTo>
                  <a:pt x="5509267" y="2064733"/>
                </a:lnTo>
                <a:lnTo>
                  <a:pt x="5509267" y="4850216"/>
                </a:lnTo>
                <a:lnTo>
                  <a:pt x="64707" y="4850216"/>
                </a:lnTo>
                <a:cubicBezTo>
                  <a:pt x="22190" y="4613050"/>
                  <a:pt x="0" y="4368844"/>
                  <a:pt x="0" y="4119462"/>
                </a:cubicBezTo>
                <a:cubicBezTo>
                  <a:pt x="0" y="1844346"/>
                  <a:pt x="1846923" y="0"/>
                  <a:pt x="41252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301DD6-9D78-B531-24C0-021B75F0655A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94C990-3152-5EC2-19CF-4AD01B500B57}"/>
              </a:ext>
            </a:extLst>
          </p:cNvPr>
          <p:cNvSpPr/>
          <p:nvPr userDrawn="1"/>
        </p:nvSpPr>
        <p:spPr>
          <a:xfrm>
            <a:off x="8127601" y="6786000"/>
            <a:ext cx="4064399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0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551F9C-AA06-206B-3DFC-247E8F8AC3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285754" y="631456"/>
            <a:ext cx="2038101" cy="74914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73D8B9C-A232-8A25-D920-8CE1CD4DFF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0605" y="809162"/>
            <a:ext cx="2870789" cy="6295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1549" y="2491980"/>
            <a:ext cx="7764624" cy="1677243"/>
          </a:xfrm>
        </p:spPr>
        <p:txBody>
          <a:bodyPr anchor="b">
            <a:normAutofit/>
          </a:bodyPr>
          <a:lstStyle>
            <a:lvl1pPr algn="l">
              <a:defRPr sz="5800">
                <a:solidFill>
                  <a:schemeClr val="bg1"/>
                </a:solidFill>
              </a:defRPr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the presentation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69" y="4442620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7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B59CAEA-0C91-384B-37F6-3CDFB7A40B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82733" y="1935112"/>
            <a:ext cx="5509267" cy="4850216"/>
          </a:xfrm>
          <a:custGeom>
            <a:avLst/>
            <a:gdLst>
              <a:gd name="connsiteX0" fmla="*/ 4125218 w 5509267"/>
              <a:gd name="connsiteY0" fmla="*/ 0 h 4850216"/>
              <a:gd name="connsiteX1" fmla="*/ 5509267 w 5509267"/>
              <a:gd name="connsiteY1" fmla="*/ 0 h 4850216"/>
              <a:gd name="connsiteX2" fmla="*/ 5509267 w 5509267"/>
              <a:gd name="connsiteY2" fmla="*/ 1025249 h 4850216"/>
              <a:gd name="connsiteX3" fmla="*/ 5509267 w 5509267"/>
              <a:gd name="connsiteY3" fmla="*/ 2064733 h 4850216"/>
              <a:gd name="connsiteX4" fmla="*/ 5509267 w 5509267"/>
              <a:gd name="connsiteY4" fmla="*/ 4850216 h 4850216"/>
              <a:gd name="connsiteX5" fmla="*/ 64707 w 5509267"/>
              <a:gd name="connsiteY5" fmla="*/ 4850216 h 4850216"/>
              <a:gd name="connsiteX6" fmla="*/ 0 w 5509267"/>
              <a:gd name="connsiteY6" fmla="*/ 4119462 h 4850216"/>
              <a:gd name="connsiteX7" fmla="*/ 4125218 w 5509267"/>
              <a:gd name="connsiteY7" fmla="*/ 0 h 485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09267" h="4850216">
                <a:moveTo>
                  <a:pt x="4125218" y="0"/>
                </a:moveTo>
                <a:cubicBezTo>
                  <a:pt x="4496940" y="0"/>
                  <a:pt x="4972933" y="0"/>
                  <a:pt x="5509267" y="0"/>
                </a:cubicBezTo>
                <a:lnTo>
                  <a:pt x="5509267" y="1025249"/>
                </a:lnTo>
                <a:lnTo>
                  <a:pt x="5509267" y="2064733"/>
                </a:lnTo>
                <a:lnTo>
                  <a:pt x="5509267" y="4850216"/>
                </a:lnTo>
                <a:lnTo>
                  <a:pt x="64707" y="4850216"/>
                </a:lnTo>
                <a:cubicBezTo>
                  <a:pt x="22190" y="4613050"/>
                  <a:pt x="0" y="4368844"/>
                  <a:pt x="0" y="4119462"/>
                </a:cubicBezTo>
                <a:cubicBezTo>
                  <a:pt x="0" y="1844346"/>
                  <a:pt x="1846923" y="0"/>
                  <a:pt x="412521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301DD6-9D78-B531-24C0-021B75F0655A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94C990-3152-5EC2-19CF-4AD01B500B57}"/>
              </a:ext>
            </a:extLst>
          </p:cNvPr>
          <p:cNvSpPr/>
          <p:nvPr userDrawn="1"/>
        </p:nvSpPr>
        <p:spPr>
          <a:xfrm>
            <a:off x="8127601" y="6786000"/>
            <a:ext cx="4064399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4D8EA-A672-6846-C041-D5AC363BC948}"/>
              </a:ext>
            </a:extLst>
          </p:cNvPr>
          <p:cNvSpPr txBox="1"/>
          <p:nvPr userDrawn="1"/>
        </p:nvSpPr>
        <p:spPr>
          <a:xfrm>
            <a:off x="3295291" y="67889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2AA21B-CCFE-B7BD-6A9D-87A7E53C01BE}"/>
              </a:ext>
            </a:extLst>
          </p:cNvPr>
          <p:cNvSpPr/>
          <p:nvPr userDrawn="1"/>
        </p:nvSpPr>
        <p:spPr>
          <a:xfrm>
            <a:off x="566" y="6786000"/>
            <a:ext cx="4064399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57A8E9-961C-6B32-EEC7-CA086250D495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2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4743-9034-6E89-5AB3-52E4D48B2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7FE5A-8255-D0E8-0F15-A0DD0B4C6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2FF4A5C-B4CA-D35E-E279-FDC5FBC52F3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42963" y="1819275"/>
            <a:ext cx="10510837" cy="42052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5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695" y="1826156"/>
            <a:ext cx="8089052" cy="4279900"/>
          </a:xfrm>
        </p:spPr>
        <p:txBody>
          <a:bodyPr>
            <a:noAutofit/>
          </a:bodyPr>
          <a:lstStyle>
            <a:lvl1pPr marL="342900" indent="-342900">
              <a:lnSpc>
                <a:spcPts val="27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 spc="0" baseline="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</a:t>
            </a:r>
          </a:p>
          <a:p>
            <a:pPr lvl="0"/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31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0" y="1839702"/>
            <a:ext cx="8265157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</a:t>
            </a:r>
            <a:r>
              <a:rPr lang="en-GB" err="1">
                <a:effectLst/>
              </a:rPr>
              <a:t>sit.Quisque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fermentum,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13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9E9807-481F-789A-A4A4-18908DDAA257}"/>
              </a:ext>
            </a:extLst>
          </p:cNvPr>
          <p:cNvSpPr txBox="1"/>
          <p:nvPr userDrawn="1"/>
        </p:nvSpPr>
        <p:spPr>
          <a:xfrm>
            <a:off x="673694" y="2515317"/>
            <a:ext cx="5734228" cy="895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800" b="1" i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US" sz="5800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1349BE-906A-ADCF-254A-90974832D6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9578" y="4280572"/>
            <a:ext cx="5327709" cy="751898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5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Placeholder name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CA63458-9D1B-FB23-96E4-5BE3EFB192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9577" y="4531523"/>
            <a:ext cx="5327709" cy="512897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err="1"/>
              <a:t>placeholderemail@healthiertogther.org</a:t>
            </a:r>
            <a:endParaRPr lang="en-GB"/>
          </a:p>
          <a:p>
            <a:pPr lvl="0"/>
            <a:r>
              <a:rPr lang="en-GB"/>
              <a:t>01234567890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6A58167-8AEE-B552-476D-68E309DA21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id="{67534328-D49C-520D-1788-15A143AC7D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80205" y="631456"/>
            <a:ext cx="2261191" cy="7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9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670" y="2102049"/>
            <a:ext cx="5573746" cy="1677243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a section slide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395" y="3992037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53A8C8-2A8E-FE9E-D4C8-8005EC111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0605" y="809162"/>
            <a:ext cx="2870789" cy="6295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E15A83-C105-6231-2088-1335D77900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285754" y="631456"/>
            <a:ext cx="2038101" cy="7491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DD967D-4A67-91D9-A7CC-CF9C0EDFAFCC}"/>
              </a:ext>
            </a:extLst>
          </p:cNvPr>
          <p:cNvSpPr/>
          <p:nvPr userDrawn="1"/>
        </p:nvSpPr>
        <p:spPr>
          <a:xfrm>
            <a:off x="566" y="6786000"/>
            <a:ext cx="4064399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9886E-B662-D2A8-DA98-6969C6B8F3DB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8EC3E-E7A1-C70F-D350-8EE458B62BA1}"/>
              </a:ext>
            </a:extLst>
          </p:cNvPr>
          <p:cNvSpPr/>
          <p:nvPr userDrawn="1"/>
        </p:nvSpPr>
        <p:spPr>
          <a:xfrm>
            <a:off x="8127601" y="6786000"/>
            <a:ext cx="4064399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E91CEAF-FF6E-8FD5-BFDA-E38D01BC48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86893" y="1650309"/>
            <a:ext cx="6001412" cy="5140114"/>
          </a:xfrm>
          <a:custGeom>
            <a:avLst/>
            <a:gdLst>
              <a:gd name="connsiteX0" fmla="*/ 3107437 w 6001412"/>
              <a:gd name="connsiteY0" fmla="*/ 0 h 5140114"/>
              <a:gd name="connsiteX1" fmla="*/ 6001412 w 6001412"/>
              <a:gd name="connsiteY1" fmla="*/ 0 h 5140114"/>
              <a:gd name="connsiteX2" fmla="*/ 6001412 w 6001412"/>
              <a:gd name="connsiteY2" fmla="*/ 1209937 h 5140114"/>
              <a:gd name="connsiteX3" fmla="*/ 6001412 w 6001412"/>
              <a:gd name="connsiteY3" fmla="*/ 2458112 h 5140114"/>
              <a:gd name="connsiteX4" fmla="*/ 6001412 w 6001412"/>
              <a:gd name="connsiteY4" fmla="*/ 5140114 h 5140114"/>
              <a:gd name="connsiteX5" fmla="*/ 755013 w 6001412"/>
              <a:gd name="connsiteY5" fmla="*/ 5140114 h 5140114"/>
              <a:gd name="connsiteX6" fmla="*/ 0 w 6001412"/>
              <a:gd name="connsiteY6" fmla="*/ 3108803 h 5140114"/>
              <a:gd name="connsiteX7" fmla="*/ 3107437 w 6001412"/>
              <a:gd name="connsiteY7" fmla="*/ 0 h 514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01412" h="5140114">
                <a:moveTo>
                  <a:pt x="3107437" y="0"/>
                </a:moveTo>
                <a:cubicBezTo>
                  <a:pt x="3775063" y="0"/>
                  <a:pt x="4889204" y="0"/>
                  <a:pt x="6001412" y="0"/>
                </a:cubicBezTo>
                <a:lnTo>
                  <a:pt x="6001412" y="1209937"/>
                </a:lnTo>
                <a:lnTo>
                  <a:pt x="6001412" y="2458112"/>
                </a:lnTo>
                <a:lnTo>
                  <a:pt x="6001412" y="5140114"/>
                </a:lnTo>
                <a:lnTo>
                  <a:pt x="755013" y="5140114"/>
                </a:lnTo>
                <a:cubicBezTo>
                  <a:pt x="284547" y="4595284"/>
                  <a:pt x="0" y="3885290"/>
                  <a:pt x="0" y="3108803"/>
                </a:cubicBezTo>
                <a:cubicBezTo>
                  <a:pt x="0" y="1391855"/>
                  <a:pt x="1391244" y="0"/>
                  <a:pt x="31074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1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56C9-40F4-25C2-AB3F-47395D352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669" y="2102049"/>
            <a:ext cx="5590999" cy="1677243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>
                <a:effectLst/>
              </a:rPr>
              <a:t>This is the title of </a:t>
            </a:r>
            <a:br>
              <a:rPr lang="en-GB">
                <a:effectLst/>
              </a:rPr>
            </a:br>
            <a:r>
              <a:rPr lang="en-GB">
                <a:effectLst/>
              </a:rPr>
              <a:t>a section slide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A89C3-DF8F-91C4-5C2C-3B54E95C2C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2395" y="3992037"/>
            <a:ext cx="3861316" cy="365125"/>
          </a:xfrm>
        </p:spPr>
        <p:txBody>
          <a:bodyPr>
            <a:noAutofit/>
          </a:bodyPr>
          <a:lstStyle>
            <a:lvl1pPr marL="0" indent="0" algn="l">
              <a:buNone/>
              <a:defRPr sz="25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Example sub-header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DD967D-4A67-91D9-A7CC-CF9C0EDFAFCC}"/>
              </a:ext>
            </a:extLst>
          </p:cNvPr>
          <p:cNvSpPr/>
          <p:nvPr userDrawn="1"/>
        </p:nvSpPr>
        <p:spPr>
          <a:xfrm>
            <a:off x="566" y="6786000"/>
            <a:ext cx="4064399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9886E-B662-D2A8-DA98-6969C6B8F3DB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8EC3E-E7A1-C70F-D350-8EE458B62BA1}"/>
              </a:ext>
            </a:extLst>
          </p:cNvPr>
          <p:cNvSpPr/>
          <p:nvPr userDrawn="1"/>
        </p:nvSpPr>
        <p:spPr>
          <a:xfrm>
            <a:off x="8127601" y="6786000"/>
            <a:ext cx="4064399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E91CEAF-FF6E-8FD5-BFDA-E38D01BC48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90588" y="1645886"/>
            <a:ext cx="6001412" cy="5140114"/>
          </a:xfrm>
          <a:custGeom>
            <a:avLst/>
            <a:gdLst>
              <a:gd name="connsiteX0" fmla="*/ 3107437 w 6001412"/>
              <a:gd name="connsiteY0" fmla="*/ 0 h 5140114"/>
              <a:gd name="connsiteX1" fmla="*/ 6001412 w 6001412"/>
              <a:gd name="connsiteY1" fmla="*/ 0 h 5140114"/>
              <a:gd name="connsiteX2" fmla="*/ 6001412 w 6001412"/>
              <a:gd name="connsiteY2" fmla="*/ 1209937 h 5140114"/>
              <a:gd name="connsiteX3" fmla="*/ 6001412 w 6001412"/>
              <a:gd name="connsiteY3" fmla="*/ 2458112 h 5140114"/>
              <a:gd name="connsiteX4" fmla="*/ 6001412 w 6001412"/>
              <a:gd name="connsiteY4" fmla="*/ 5140114 h 5140114"/>
              <a:gd name="connsiteX5" fmla="*/ 755013 w 6001412"/>
              <a:gd name="connsiteY5" fmla="*/ 5140114 h 5140114"/>
              <a:gd name="connsiteX6" fmla="*/ 0 w 6001412"/>
              <a:gd name="connsiteY6" fmla="*/ 3108803 h 5140114"/>
              <a:gd name="connsiteX7" fmla="*/ 3107437 w 6001412"/>
              <a:gd name="connsiteY7" fmla="*/ 0 h 514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01412" h="5140114">
                <a:moveTo>
                  <a:pt x="3107437" y="0"/>
                </a:moveTo>
                <a:cubicBezTo>
                  <a:pt x="3775063" y="0"/>
                  <a:pt x="4889204" y="0"/>
                  <a:pt x="6001412" y="0"/>
                </a:cubicBezTo>
                <a:lnTo>
                  <a:pt x="6001412" y="1209937"/>
                </a:lnTo>
                <a:lnTo>
                  <a:pt x="6001412" y="2458112"/>
                </a:lnTo>
                <a:lnTo>
                  <a:pt x="6001412" y="5140114"/>
                </a:lnTo>
                <a:lnTo>
                  <a:pt x="755013" y="5140114"/>
                </a:lnTo>
                <a:cubicBezTo>
                  <a:pt x="284547" y="4595284"/>
                  <a:pt x="0" y="3885290"/>
                  <a:pt x="0" y="3108803"/>
                </a:cubicBezTo>
                <a:cubicBezTo>
                  <a:pt x="0" y="1391855"/>
                  <a:pt x="1391244" y="0"/>
                  <a:pt x="310743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42DDCE-6797-AA13-0FA7-65588D86BA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604" y="809162"/>
            <a:ext cx="2870791" cy="629559"/>
          </a:xfrm>
          <a:prstGeom prst="rect">
            <a:avLst/>
          </a:prstGeom>
        </p:spPr>
      </p:pic>
      <p:pic>
        <p:nvPicPr>
          <p:cNvPr id="10" name="Picture 9" descr="A close-up of a sign&#10;&#10;Description automatically generated">
            <a:extLst>
              <a:ext uri="{FF2B5EF4-FFF2-40B4-BE49-F238E27FC236}">
                <a16:creationId xmlns:a16="http://schemas.microsoft.com/office/drawing/2014/main" id="{EBE36A2D-7572-62E9-C3E7-532613D3A6A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80205" y="631456"/>
            <a:ext cx="2261191" cy="7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38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0" y="1839702"/>
            <a:ext cx="8265157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</a:t>
            </a:r>
            <a:r>
              <a:rPr lang="en-GB" err="1">
                <a:effectLst/>
              </a:rPr>
              <a:t>sit.Quisque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fermentum,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odio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fringilla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venenatis</a:t>
            </a:r>
            <a:r>
              <a:rPr lang="en-GB">
                <a:effectLst/>
              </a:rPr>
              <a:t>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99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4743-9034-6E89-5AB3-52E4D48B2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B2FF4A5C-B4CA-D35E-E279-FDC5FBC52F3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842963" y="1819275"/>
            <a:ext cx="10510837" cy="42052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71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CD0E-17BE-EC43-88D0-301055E7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DBC84B0-ED96-F445-2398-BFFA4AE02B4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838200" y="1768475"/>
            <a:ext cx="10515600" cy="40941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33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E8E9E6F-E97F-1CCC-3F04-8C4DC2C9780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63588" y="1974850"/>
            <a:ext cx="10515600" cy="39306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62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0" y="1839702"/>
            <a:ext cx="6043503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sit.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67C051-90C9-9760-EE5C-F113B036F2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49622" y="1113167"/>
            <a:ext cx="5442377" cy="5671202"/>
          </a:xfrm>
          <a:custGeom>
            <a:avLst/>
            <a:gdLst>
              <a:gd name="connsiteX0" fmla="*/ 5442377 w 5442377"/>
              <a:gd name="connsiteY0" fmla="*/ 0 h 5671202"/>
              <a:gd name="connsiteX1" fmla="*/ 5442377 w 5442377"/>
              <a:gd name="connsiteY1" fmla="*/ 171263 h 5671202"/>
              <a:gd name="connsiteX2" fmla="*/ 5442377 w 5442377"/>
              <a:gd name="connsiteY2" fmla="*/ 826186 h 5671202"/>
              <a:gd name="connsiteX3" fmla="*/ 5442377 w 5442377"/>
              <a:gd name="connsiteY3" fmla="*/ 5378671 h 5671202"/>
              <a:gd name="connsiteX4" fmla="*/ 5442377 w 5442377"/>
              <a:gd name="connsiteY4" fmla="*/ 5671202 h 5671202"/>
              <a:gd name="connsiteX5" fmla="*/ 0 w 5442377"/>
              <a:gd name="connsiteY5" fmla="*/ 5671202 h 5671202"/>
              <a:gd name="connsiteX6" fmla="*/ 5442377 w 5442377"/>
              <a:gd name="connsiteY6" fmla="*/ 0 h 5671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2377" h="5671202">
                <a:moveTo>
                  <a:pt x="5442377" y="0"/>
                </a:moveTo>
                <a:lnTo>
                  <a:pt x="5442377" y="171263"/>
                </a:lnTo>
                <a:lnTo>
                  <a:pt x="5442377" y="826186"/>
                </a:lnTo>
                <a:lnTo>
                  <a:pt x="5442377" y="5378671"/>
                </a:lnTo>
                <a:lnTo>
                  <a:pt x="5442377" y="5671202"/>
                </a:lnTo>
                <a:lnTo>
                  <a:pt x="0" y="5671202"/>
                </a:lnTo>
                <a:cubicBezTo>
                  <a:pt x="0" y="2508950"/>
                  <a:pt x="2639608" y="96819"/>
                  <a:pt x="544237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09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Resiz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0471" y="1839702"/>
            <a:ext cx="5533440" cy="4279900"/>
          </a:xfrm>
        </p:spPr>
        <p:txBody>
          <a:bodyPr>
            <a:noAutofit/>
          </a:bodyPr>
          <a:lstStyle>
            <a:lvl1pPr marL="0" indent="0">
              <a:lnSpc>
                <a:spcPts val="2700"/>
              </a:lnSpc>
              <a:buNone/>
              <a:defRPr sz="180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arcu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suscipit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dui a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. Maecenas auctor </a:t>
            </a:r>
            <a:r>
              <a:rPr lang="en-GB" err="1">
                <a:effectLst/>
              </a:rPr>
              <a:t>tincidunt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quam</a:t>
            </a:r>
            <a:r>
              <a:rPr lang="en-GB">
                <a:effectLst/>
              </a:rPr>
              <a:t>, ac </a:t>
            </a:r>
            <a:r>
              <a:rPr lang="en-GB" err="1">
                <a:effectLst/>
              </a:rPr>
              <a:t>facilisis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efficitur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ut.</a:t>
            </a:r>
            <a:r>
              <a:rPr lang="en-GB">
                <a:effectLst/>
              </a:rPr>
              <a:t> Integer ac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interdum</a:t>
            </a:r>
            <a:r>
              <a:rPr lang="en-GB">
                <a:effectLst/>
              </a:rPr>
              <a:t> lacinia et sit.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fermentum.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264CEED-5AE5-5967-EA26-D37F006632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9082" y="1792465"/>
            <a:ext cx="5007932" cy="4384497"/>
          </a:xfrm>
          <a:prstGeom prst="roundRect">
            <a:avLst>
              <a:gd name="adj" fmla="val 5851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4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B6A3-1C35-01F1-0B0C-D49BFAAE14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95" y="534458"/>
            <a:ext cx="10515600" cy="1325563"/>
          </a:xfrm>
        </p:spPr>
        <p:txBody>
          <a:bodyPr/>
          <a:lstStyle/>
          <a:p>
            <a:r>
              <a:rPr lang="en-GB"/>
              <a:t>Example title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FEDA0-53F9-4B0B-3B52-79E81241B8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695" y="1826156"/>
            <a:ext cx="8089052" cy="4279900"/>
          </a:xfrm>
        </p:spPr>
        <p:txBody>
          <a:bodyPr>
            <a:noAutofit/>
          </a:bodyPr>
          <a:lstStyle>
            <a:lvl1pPr marL="342900" indent="-342900">
              <a:lnSpc>
                <a:spcPts val="27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 spc="0" baseline="0"/>
            </a:lvl1pPr>
          </a:lstStyle>
          <a:p>
            <a:pPr lvl="0"/>
            <a:r>
              <a:rPr lang="en-GB">
                <a:effectLst/>
              </a:rPr>
              <a:t>Lorem ipsum </a:t>
            </a:r>
            <a:r>
              <a:rPr lang="en-GB" err="1">
                <a:effectLst/>
              </a:rPr>
              <a:t>dolor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consectetur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adipiscing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hendrerit</a:t>
            </a:r>
            <a:r>
              <a:rPr lang="en-GB">
                <a:effectLst/>
              </a:rPr>
              <a:t> semper </a:t>
            </a:r>
            <a:r>
              <a:rPr lang="en-GB" err="1">
                <a:effectLst/>
              </a:rPr>
              <a:t>leo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accumsan</a:t>
            </a:r>
            <a:r>
              <a:rPr lang="en-GB">
                <a:effectLst/>
              </a:rPr>
              <a:t> nisi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vel. Ut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dui </a:t>
            </a:r>
            <a:r>
              <a:rPr lang="en-GB" err="1">
                <a:effectLst/>
              </a:rPr>
              <a:t>vel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vulputate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vehicula</a:t>
            </a:r>
            <a:r>
              <a:rPr lang="en-GB">
                <a:effectLst/>
              </a:rPr>
              <a:t>.</a:t>
            </a:r>
          </a:p>
          <a:p>
            <a:pPr lvl="0"/>
            <a:r>
              <a:rPr lang="en-GB" err="1">
                <a:effectLst/>
              </a:rPr>
              <a:t>Vivamus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id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consequat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ultricies</a:t>
            </a:r>
            <a:r>
              <a:rPr lang="en-GB">
                <a:effectLst/>
              </a:rPr>
              <a:t>. In hac </a:t>
            </a:r>
            <a:r>
              <a:rPr lang="en-GB" err="1">
                <a:effectLst/>
              </a:rPr>
              <a:t>habitasse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platea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dictumst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Fusce</a:t>
            </a:r>
            <a:r>
              <a:rPr lang="en-GB">
                <a:effectLst/>
              </a:rPr>
              <a:t> vestibulum libero at nisi </a:t>
            </a:r>
            <a:r>
              <a:rPr lang="en-GB" err="1">
                <a:effectLst/>
              </a:rPr>
              <a:t>ullamcorper</a:t>
            </a:r>
            <a:r>
              <a:rPr lang="en-GB">
                <a:effectLst/>
              </a:rPr>
              <a:t>, a </a:t>
            </a:r>
            <a:r>
              <a:rPr lang="en-GB" err="1">
                <a:effectLst/>
              </a:rPr>
              <a:t>dapibus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lectus</a:t>
            </a:r>
            <a:r>
              <a:rPr lang="en-GB">
                <a:effectLst/>
              </a:rPr>
              <a:t> gravida. </a:t>
            </a:r>
            <a:r>
              <a:rPr lang="en-GB" err="1">
                <a:effectLst/>
              </a:rPr>
              <a:t>Sed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sodales</a:t>
            </a:r>
            <a:r>
              <a:rPr lang="en-GB">
                <a:effectLst/>
              </a:rPr>
              <a:t>, </a:t>
            </a:r>
            <a:r>
              <a:rPr lang="en-GB" err="1">
                <a:effectLst/>
              </a:rPr>
              <a:t>purus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nec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aliquet</a:t>
            </a:r>
            <a:r>
              <a:rPr lang="en-GB">
                <a:effectLst/>
              </a:rPr>
              <a:t> fermentum.</a:t>
            </a:r>
          </a:p>
          <a:p>
            <a:pPr lvl="0"/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Curabitur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tincid</a:t>
            </a:r>
            <a:r>
              <a:rPr lang="en-GB">
                <a:effectLst/>
              </a:rPr>
              <a:t>. </a:t>
            </a:r>
          </a:p>
          <a:p>
            <a:pPr lvl="0"/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justo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ultrices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velit</a:t>
            </a:r>
            <a:r>
              <a:rPr lang="en-GB">
                <a:effectLst/>
              </a:rPr>
              <a:t>,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finibus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tortor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sit </a:t>
            </a:r>
            <a:r>
              <a:rPr lang="en-GB" err="1">
                <a:effectLst/>
              </a:rPr>
              <a:t>amet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augue</a:t>
            </a:r>
            <a:r>
              <a:rPr lang="en-GB">
                <a:effectLst/>
              </a:rPr>
              <a:t>. </a:t>
            </a:r>
            <a:r>
              <a:rPr lang="en-GB" err="1">
                <a:effectLst/>
              </a:rPr>
              <a:t>Quisque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euismod</a:t>
            </a:r>
            <a:r>
              <a:rPr lang="en-GB">
                <a:effectLst/>
              </a:rPr>
              <a:t> auctor nisi, et </a:t>
            </a:r>
            <a:r>
              <a:rPr lang="en-GB" err="1">
                <a:effectLst/>
              </a:rPr>
              <a:t>tristique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elit</a:t>
            </a:r>
            <a:r>
              <a:rPr lang="en-GB">
                <a:effectLst/>
              </a:rPr>
              <a:t> cursus vitae. </a:t>
            </a:r>
            <a:r>
              <a:rPr lang="en-GB" err="1">
                <a:effectLst/>
              </a:rPr>
              <a:t>Nulla</a:t>
            </a:r>
            <a:r>
              <a:rPr lang="en-GB">
                <a:effectLst/>
              </a:rPr>
              <a:t> </a:t>
            </a:r>
            <a:r>
              <a:rPr lang="en-GB" err="1">
                <a:effectLst/>
              </a:rPr>
              <a:t>facilisi</a:t>
            </a:r>
            <a:r>
              <a:rPr lang="en-GB">
                <a:effectLst/>
              </a:rPr>
              <a:t>.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14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EFF97DB-236D-11E3-A701-214E711352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45590"/>
            <a:ext cx="12192000" cy="1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7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A5B15-C605-B501-A9DA-9FB5732460FE}"/>
              </a:ext>
            </a:extLst>
          </p:cNvPr>
          <p:cNvSpPr/>
          <p:nvPr userDrawn="1"/>
        </p:nvSpPr>
        <p:spPr>
          <a:xfrm>
            <a:off x="566" y="6786000"/>
            <a:ext cx="4064399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77AB6-9C58-BC74-D208-808035E1FB1D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ECAF34-46E9-ACF2-2448-2A85AE115AEE}"/>
              </a:ext>
            </a:extLst>
          </p:cNvPr>
          <p:cNvSpPr/>
          <p:nvPr userDrawn="1"/>
        </p:nvSpPr>
        <p:spPr>
          <a:xfrm>
            <a:off x="8127601" y="6786000"/>
            <a:ext cx="4064399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3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6" r:id="rId3"/>
    <p:sldLayoutId id="2147483687" r:id="rId4"/>
    <p:sldLayoutId id="2147483688" r:id="rId5"/>
    <p:sldLayoutId id="2147483690" r:id="rId6"/>
  </p:sldLayoutIdLst>
  <p:hf hdr="0" ftr="0" dt="0"/>
  <p:txStyles>
    <p:titleStyle>
      <a:lvl1pPr algn="l" defTabSz="914400" rtl="0" eaLnBrk="1" latinLnBrk="0" hangingPunct="1">
        <a:lnSpc>
          <a:spcPts val="5400"/>
        </a:lnSpc>
        <a:spcBef>
          <a:spcPct val="0"/>
        </a:spcBef>
        <a:buNone/>
        <a:defRPr sz="58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860"/>
        </a:lnSpc>
        <a:spcBef>
          <a:spcPts val="1000"/>
        </a:spcBef>
        <a:buFont typeface="Arial" panose="020B0604020202020204" pitchFamily="34" charset="0"/>
        <a:buChar char="•"/>
        <a:defRPr sz="2800" b="1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A5B15-C605-B501-A9DA-9FB5732460FE}"/>
              </a:ext>
            </a:extLst>
          </p:cNvPr>
          <p:cNvSpPr/>
          <p:nvPr userDrawn="1"/>
        </p:nvSpPr>
        <p:spPr>
          <a:xfrm>
            <a:off x="566" y="6786000"/>
            <a:ext cx="4064399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77AB6-9C58-BC74-D208-808035E1FB1D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ECAF34-46E9-ACF2-2448-2A85AE115AEE}"/>
              </a:ext>
            </a:extLst>
          </p:cNvPr>
          <p:cNvSpPr/>
          <p:nvPr userDrawn="1"/>
        </p:nvSpPr>
        <p:spPr>
          <a:xfrm>
            <a:off x="8127601" y="6786000"/>
            <a:ext cx="4064399" cy="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3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defTabSz="914400" rtl="0" eaLnBrk="1" latinLnBrk="0" hangingPunct="1">
        <a:lnSpc>
          <a:spcPts val="5400"/>
        </a:lnSpc>
        <a:spcBef>
          <a:spcPct val="0"/>
        </a:spcBef>
        <a:buNone/>
        <a:defRPr sz="58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860"/>
        </a:lnSpc>
        <a:spcBef>
          <a:spcPts val="1000"/>
        </a:spcBef>
        <a:buFont typeface="Arial" panose="020B0604020202020204" pitchFamily="34" charset="0"/>
        <a:buChar char="•"/>
        <a:defRPr sz="2800" b="1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234969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defTabSz="914400" rtl="0" eaLnBrk="1" latinLnBrk="0" hangingPunct="1">
        <a:lnSpc>
          <a:spcPts val="5400"/>
        </a:lnSpc>
        <a:spcBef>
          <a:spcPct val="0"/>
        </a:spcBef>
        <a:buNone/>
        <a:defRPr sz="48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860"/>
        </a:lnSpc>
        <a:spcBef>
          <a:spcPts val="1000"/>
        </a:spcBef>
        <a:buFont typeface="Arial" panose="020B0604020202020204" pitchFamily="34" charset="0"/>
        <a:buChar char="•"/>
        <a:defRPr sz="2800" b="1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6EF01-5704-4466-6369-6BEBFD6D7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AF55-16A8-2519-1E27-F917A7CA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Subheading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8D268-8A68-61B5-2284-39B0172A80C2}"/>
              </a:ext>
            </a:extLst>
          </p:cNvPr>
          <p:cNvSpPr/>
          <p:nvPr userDrawn="1"/>
        </p:nvSpPr>
        <p:spPr>
          <a:xfrm>
            <a:off x="566" y="6786000"/>
            <a:ext cx="4064399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78E78-95E4-E6BC-0DB2-64CCDEBD6BAB}"/>
              </a:ext>
            </a:extLst>
          </p:cNvPr>
          <p:cNvSpPr/>
          <p:nvPr userDrawn="1"/>
        </p:nvSpPr>
        <p:spPr>
          <a:xfrm>
            <a:off x="4064965" y="6786000"/>
            <a:ext cx="4064399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255905-17D4-D7EC-D698-C1240143FC85}"/>
              </a:ext>
            </a:extLst>
          </p:cNvPr>
          <p:cNvSpPr/>
          <p:nvPr userDrawn="1"/>
        </p:nvSpPr>
        <p:spPr>
          <a:xfrm>
            <a:off x="8127601" y="6786000"/>
            <a:ext cx="4064399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2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1" r:id="rId4"/>
    <p:sldLayoutId id="2147483650" r:id="rId5"/>
    <p:sldLayoutId id="2147483652" r:id="rId6"/>
    <p:sldLayoutId id="2147483649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1" i="0" kern="1200" spc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ts val="2700"/>
        </a:lnSpc>
        <a:spcBef>
          <a:spcPts val="1000"/>
        </a:spcBef>
        <a:spcAft>
          <a:spcPts val="1400"/>
        </a:spcAft>
        <a:buFont typeface="Arial" panose="020B0604020202020204" pitchFamily="34" charset="0"/>
        <a:buChar char="•"/>
        <a:defRPr sz="1800" b="0" i="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png"/><Relationship Id="rId15" Type="http://schemas.openxmlformats.org/officeDocument/2006/relationships/image" Target="../media/image3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Relationship Id="rId1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Sebastian.fox3@nhs.net" TargetMode="External"/><Relationship Id="rId2" Type="http://schemas.openxmlformats.org/officeDocument/2006/relationships/hyperlink" Target="mailto:Rich.wood16@nhs.ne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nhsrcommunity.com/blog/collaborative-working-rtt-planner.html" TargetMode="External"/><Relationship Id="rId5" Type="http://schemas.openxmlformats.org/officeDocument/2006/relationships/hyperlink" Target="https://connect.strategyunitwm.nhs.uk/rtt_compartmental_modelling/" TargetMode="External"/><Relationship Id="rId4" Type="http://schemas.openxmlformats.org/officeDocument/2006/relationships/hyperlink" Target="mailto:Sebastian.fox@dhsc.gov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8B1E-DE02-7DF6-229B-B571CDB50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549" y="2491980"/>
            <a:ext cx="6893106" cy="1677243"/>
          </a:xfrm>
        </p:spPr>
        <p:txBody>
          <a:bodyPr>
            <a:noAutofit/>
          </a:bodyPr>
          <a:lstStyle/>
          <a:p>
            <a:r>
              <a:rPr lang="en-GB" sz="2800" dirty="0"/>
              <a:t>Using open data and open source code to create an open elective waiting lists modelling tool (RTT Planner)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CDCE7-A2CA-0CA9-6007-66251EBB1F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Seb Fox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800" b="0" dirty="0"/>
              <a:t>SW Decision Support Network</a:t>
            </a:r>
          </a:p>
          <a:p>
            <a:endParaRPr lang="en-US" sz="1800" dirty="0"/>
          </a:p>
        </p:txBody>
      </p:sp>
      <p:pic>
        <p:nvPicPr>
          <p:cNvPr id="12" name="Picture Placeholder 11" descr="A graph of a graph&#10;&#10;AI-generated content may be incorrect.">
            <a:extLst>
              <a:ext uri="{FF2B5EF4-FFF2-40B4-BE49-F238E27FC236}">
                <a16:creationId xmlns:a16="http://schemas.microsoft.com/office/drawing/2014/main" id="{C56A35BE-1336-F428-6B49-CCE6F279BE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139" r="121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4224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E1E9-6E82-A4A8-2692-267DB30E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800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9E1BDB-3404-71D6-7CD2-C927E6F5DB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The elective waiting list challenge</a:t>
            </a:r>
          </a:p>
          <a:p>
            <a:r>
              <a:rPr lang="en-GB" dirty="0"/>
              <a:t>Open data</a:t>
            </a:r>
          </a:p>
          <a:p>
            <a:r>
              <a:rPr lang="en-GB" dirty="0"/>
              <a:t>Open source</a:t>
            </a:r>
          </a:p>
          <a:p>
            <a:r>
              <a:rPr lang="en-GB" dirty="0"/>
              <a:t>Open tool</a:t>
            </a:r>
          </a:p>
          <a:p>
            <a:r>
              <a:rPr lang="en-GB" dirty="0"/>
              <a:t>Collaboration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537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28C2C-D3FF-5278-08A8-9960972A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15F9-609E-217A-288D-E0ABAC78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800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4BEAC9-08BE-A6F2-9EAB-D49B95BBA1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The elective waiting list challenge</a:t>
            </a:r>
          </a:p>
          <a:p>
            <a:r>
              <a:rPr lang="en-GB" dirty="0"/>
              <a:t>Open data</a:t>
            </a:r>
          </a:p>
          <a:p>
            <a:r>
              <a:rPr lang="en-GB" dirty="0"/>
              <a:t>Open source</a:t>
            </a:r>
          </a:p>
          <a:p>
            <a:r>
              <a:rPr lang="en-GB" dirty="0"/>
              <a:t>Open tool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Collaboration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31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FFD40-B8B2-DB2E-3A27-86E8293EB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0AE3EEA-A002-CE6C-881F-2E7525ACC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825" y="457091"/>
            <a:ext cx="3536818" cy="22195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BFDC105-09DF-8284-C67A-D0BDB6C0F2B1}"/>
              </a:ext>
            </a:extLst>
          </p:cNvPr>
          <p:cNvSpPr/>
          <p:nvPr/>
        </p:nvSpPr>
        <p:spPr>
          <a:xfrm>
            <a:off x="6654576" y="1965564"/>
            <a:ext cx="3625375" cy="3343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C6B1EF-B8AE-DD47-E3DE-5E11E010BD42}"/>
              </a:ext>
            </a:extLst>
          </p:cNvPr>
          <p:cNvSpPr txBox="1"/>
          <p:nvPr/>
        </p:nvSpPr>
        <p:spPr>
          <a:xfrm>
            <a:off x="9534736" y="2461031"/>
            <a:ext cx="100302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  <a:latin typeface="+mn-lt"/>
              </a:rPr>
              <a:t>PM Sunak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4F3D5FB-0F14-ADF7-85BE-06D3408A9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25" y="3186303"/>
            <a:ext cx="3538573" cy="29989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F5988AA-C492-2CB7-D589-7CB9C788FEDF}"/>
              </a:ext>
            </a:extLst>
          </p:cNvPr>
          <p:cNvSpPr/>
          <p:nvPr/>
        </p:nvSpPr>
        <p:spPr>
          <a:xfrm>
            <a:off x="6654546" y="4587247"/>
            <a:ext cx="3625375" cy="3343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057A21-DEAB-4B10-FAC6-F0B339D421CB}"/>
              </a:ext>
            </a:extLst>
          </p:cNvPr>
          <p:cNvSpPr txBox="1"/>
          <p:nvPr/>
        </p:nvSpPr>
        <p:spPr>
          <a:xfrm>
            <a:off x="9368910" y="6031403"/>
            <a:ext cx="116884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  <a:latin typeface="+mn-lt"/>
              </a:rPr>
              <a:t>PM Starmer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BF5FACE-F823-44BC-2002-F2ED98115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29" y="169184"/>
            <a:ext cx="2784458" cy="1103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8FA6027-D7C8-07E0-1219-BBBDF663C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554" y="1063444"/>
            <a:ext cx="3153881" cy="1103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94DD1F4-2BE5-0A32-D849-A44670BCC4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3261" y="1997983"/>
            <a:ext cx="3314164" cy="1156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234A78-8C74-FBBB-F856-AA015891F9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776" y="3703213"/>
            <a:ext cx="4463324" cy="297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9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766E4-EFA5-2C96-5DF0-460AC945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8CC4-F7F2-A4F6-3FEB-54AEFF7FB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5405"/>
            <a:ext cx="10515600" cy="1325563"/>
          </a:xfrm>
        </p:spPr>
        <p:txBody>
          <a:bodyPr anchor="t">
            <a:normAutofit/>
          </a:bodyPr>
          <a:lstStyle/>
          <a:p>
            <a:r>
              <a:rPr lang="en-GB" sz="3000" dirty="0"/>
              <a:t>Why is this a problem?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064B6-2921-7314-8397-C8E5A01E8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04" y="5448158"/>
            <a:ext cx="3142095" cy="7394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26AFCF-C056-6AA8-2B64-2D9B2AE59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05" y="5200370"/>
            <a:ext cx="1657702" cy="166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27FAA6-3AEA-C94C-A2A6-9D521D156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31" y="2425640"/>
            <a:ext cx="3024684" cy="22986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47A2EC-DFF2-A92C-AA80-2579559D159F}"/>
              </a:ext>
            </a:extLst>
          </p:cNvPr>
          <p:cNvSpPr txBox="1"/>
          <p:nvPr/>
        </p:nvSpPr>
        <p:spPr>
          <a:xfrm>
            <a:off x="852565" y="1535837"/>
            <a:ext cx="2964750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+mn-lt"/>
              </a:rPr>
              <a:t>More patient harm and healthcare usage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6C42F3-6435-0824-2C3A-6895DB5EECFC}"/>
              </a:ext>
            </a:extLst>
          </p:cNvPr>
          <p:cNvSpPr txBox="1"/>
          <p:nvPr/>
        </p:nvSpPr>
        <p:spPr>
          <a:xfrm>
            <a:off x="4517550" y="1535836"/>
            <a:ext cx="2964750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+mn-lt"/>
              </a:rPr>
              <a:t>More people economically inactive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B6D656-FED9-202B-25A2-F6EDA5849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2346" y="5588771"/>
            <a:ext cx="2599779" cy="49575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3BC4DBB-C075-C2B9-F656-A85284055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2346" y="5173111"/>
            <a:ext cx="746253" cy="38840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5EC0191-BB66-557E-CC33-6A6BB0AE41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0195" y="2934127"/>
            <a:ext cx="3086100" cy="14478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28E855F-044F-3F44-4507-C2E043F5AAEB}"/>
              </a:ext>
            </a:extLst>
          </p:cNvPr>
          <p:cNvSpPr txBox="1"/>
          <p:nvPr/>
        </p:nvSpPr>
        <p:spPr>
          <a:xfrm>
            <a:off x="8360870" y="1535835"/>
            <a:ext cx="296475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+mn-lt"/>
              </a:rPr>
              <a:t>More ‘inequality’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C80BE7D-8BB2-1705-9000-C254C3D38F55}"/>
              </a:ext>
            </a:extLst>
          </p:cNvPr>
          <p:cNvSpPr/>
          <p:nvPr/>
        </p:nvSpPr>
        <p:spPr>
          <a:xfrm>
            <a:off x="479355" y="1401811"/>
            <a:ext cx="3550013" cy="4951965"/>
          </a:xfrm>
          <a:prstGeom prst="roundRect">
            <a:avLst>
              <a:gd name="adj" fmla="val 11447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E1ECA3B-6191-B599-B5B7-91C6AF62484C}"/>
              </a:ext>
            </a:extLst>
          </p:cNvPr>
          <p:cNvSpPr/>
          <p:nvPr/>
        </p:nvSpPr>
        <p:spPr>
          <a:xfrm>
            <a:off x="4250178" y="1401810"/>
            <a:ext cx="3550013" cy="4951965"/>
          </a:xfrm>
          <a:prstGeom prst="roundRect">
            <a:avLst>
              <a:gd name="adj" fmla="val 11447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F36C1F2-C8FA-EB8C-6964-4B1A31121C5D}"/>
              </a:ext>
            </a:extLst>
          </p:cNvPr>
          <p:cNvSpPr/>
          <p:nvPr/>
        </p:nvSpPr>
        <p:spPr>
          <a:xfrm>
            <a:off x="8067464" y="1401810"/>
            <a:ext cx="3550013" cy="4951965"/>
          </a:xfrm>
          <a:prstGeom prst="roundRect">
            <a:avLst>
              <a:gd name="adj" fmla="val 11447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21F50-9E2D-B7AA-37D9-CBDB7C31356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073" t="42270" r="36799" b="6901"/>
          <a:stretch>
            <a:fillRect/>
          </a:stretch>
        </p:blipFill>
        <p:spPr>
          <a:xfrm>
            <a:off x="4342644" y="2316193"/>
            <a:ext cx="3248756" cy="239966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BF9BFC-4B95-9C55-845E-608B9DD9285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262" t="50133" r="25366" b="29895"/>
          <a:stretch>
            <a:fillRect/>
          </a:stretch>
        </p:blipFill>
        <p:spPr>
          <a:xfrm>
            <a:off x="4395974" y="5208736"/>
            <a:ext cx="3256945" cy="55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4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DE56694-AE90-B7D0-D4AD-F9799F74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Anatomy of a waiting list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B26255-B158-3250-A0A2-6F32FF60FE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944684-B939-AB2C-E98F-261359D7A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613" y="1805234"/>
            <a:ext cx="6122894" cy="408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C237FE-ECC9-1106-6BC8-B49138E101F5}"/>
              </a:ext>
            </a:extLst>
          </p:cNvPr>
          <p:cNvSpPr txBox="1"/>
          <p:nvPr/>
        </p:nvSpPr>
        <p:spPr>
          <a:xfrm>
            <a:off x="763695" y="3220695"/>
            <a:ext cx="2673573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1400" i="1" dirty="0">
                <a:solidFill>
                  <a:schemeClr val="tx1"/>
                </a:solidFill>
              </a:rPr>
              <a:t>Become inoperable</a:t>
            </a:r>
          </a:p>
          <a:p>
            <a:pPr marL="285750" indent="-285750">
              <a:buFontTx/>
              <a:buChar char="-"/>
            </a:pPr>
            <a:r>
              <a:rPr lang="en-GB" sz="1400" i="1" dirty="0">
                <a:solidFill>
                  <a:schemeClr val="tx1"/>
                </a:solidFill>
              </a:rPr>
              <a:t>Learn to live with condition</a:t>
            </a:r>
          </a:p>
          <a:p>
            <a:pPr marL="285750" indent="-285750">
              <a:buFontTx/>
              <a:buChar char="-"/>
            </a:pPr>
            <a:r>
              <a:rPr lang="en-GB" sz="1400" i="1" dirty="0">
                <a:solidFill>
                  <a:schemeClr val="tx1"/>
                </a:solidFill>
              </a:rPr>
              <a:t>Go private</a:t>
            </a:r>
          </a:p>
          <a:p>
            <a:pPr marL="285750" indent="-285750">
              <a:buFontTx/>
              <a:buChar char="-"/>
            </a:pPr>
            <a:r>
              <a:rPr lang="en-GB" sz="1400" i="1" dirty="0">
                <a:solidFill>
                  <a:schemeClr val="tx1"/>
                </a:solidFill>
              </a:rPr>
              <a:t>Die</a:t>
            </a:r>
          </a:p>
        </p:txBody>
      </p:sp>
      <p:sp>
        <p:nvSpPr>
          <p:cNvPr id="17" name="Arrow: U-Turn 16">
            <a:extLst>
              <a:ext uri="{FF2B5EF4-FFF2-40B4-BE49-F238E27FC236}">
                <a16:creationId xmlns:a16="http://schemas.microsoft.com/office/drawing/2014/main" id="{49BF6809-F556-6A6C-367E-79F99F73C45E}"/>
              </a:ext>
            </a:extLst>
          </p:cNvPr>
          <p:cNvSpPr/>
          <p:nvPr/>
        </p:nvSpPr>
        <p:spPr>
          <a:xfrm flipH="1">
            <a:off x="3203613" y="2574347"/>
            <a:ext cx="1191224" cy="646348"/>
          </a:xfrm>
          <a:prstGeom prst="uturnArrow">
            <a:avLst>
              <a:gd name="adj1" fmla="val 30825"/>
              <a:gd name="adj2" fmla="val 25000"/>
              <a:gd name="adj3" fmla="val 22670"/>
              <a:gd name="adj4" fmla="val 43750"/>
              <a:gd name="adj5" fmla="val 100000"/>
            </a:avLst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2E678-FEAC-7B08-6614-D3F37C2777D7}"/>
              </a:ext>
            </a:extLst>
          </p:cNvPr>
          <p:cNvSpPr txBox="1"/>
          <p:nvPr/>
        </p:nvSpPr>
        <p:spPr>
          <a:xfrm>
            <a:off x="3300310" y="2244003"/>
            <a:ext cx="128499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200" dirty="0">
                <a:solidFill>
                  <a:schemeClr val="tx1"/>
                </a:solidFill>
                <a:latin typeface="+mn-lt"/>
              </a:rPr>
              <a:t>Reneging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64CF96-B632-360D-4DF7-F3EEA07CD414}"/>
              </a:ext>
            </a:extLst>
          </p:cNvPr>
          <p:cNvSpPr txBox="1"/>
          <p:nvPr/>
        </p:nvSpPr>
        <p:spPr>
          <a:xfrm>
            <a:off x="401812" y="6284950"/>
            <a:ext cx="11014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1" dirty="0" err="1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Wood,</a:t>
            </a:r>
            <a:r>
              <a:rPr lang="en-GB" sz="1200" b="0" i="1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R. M. (2021). Unravelling the dynamics of referral-to-treatment in the NHS. Health Systems, 10(2), 131-137.</a:t>
            </a:r>
            <a:endParaRPr lang="en-GB" sz="12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525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09B7-95A6-26BA-DCFB-83DB0AC32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Modelling mechanics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01F548B-BA1F-7582-4515-DF6FD23596C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700"/>
              </a:lnSpc>
              <a:spcBef>
                <a:spcPts val="1000"/>
              </a:spcBef>
              <a:spcAft>
                <a:spcPts val="1400"/>
              </a:spcAft>
              <a:buFont typeface="Arial" panose="020B0604020202020204" pitchFamily="34" charset="0"/>
              <a:buNone/>
              <a:defRPr sz="1800" b="0" i="0" kern="1200" spc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390E37-E81B-D94E-8F4C-F7866DC26FF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D076B-79C1-31C6-F92D-B6801B07E978}"/>
              </a:ext>
            </a:extLst>
          </p:cNvPr>
          <p:cNvSpPr txBox="1"/>
          <p:nvPr/>
        </p:nvSpPr>
        <p:spPr>
          <a:xfrm>
            <a:off x="2839373" y="5988546"/>
            <a:ext cx="59143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1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Wood, R. M., &amp; Worthington, D. J. (2025). A compartmental modelling methodology to support strategic decision making for managing the elective hospital waiting list; application in England’s NHS. Health Care Management Science, 28(2), 259-273.</a:t>
            </a:r>
            <a:endParaRPr lang="en-GB" sz="1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Picture 7" descr="A diagram of a treatment procedure&#10;&#10;AI-generated content may be incorrect.">
            <a:extLst>
              <a:ext uri="{FF2B5EF4-FFF2-40B4-BE49-F238E27FC236}">
                <a16:creationId xmlns:a16="http://schemas.microsoft.com/office/drawing/2014/main" id="{1A1334AC-98F8-F62D-55E8-F19373124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700" y="1750003"/>
            <a:ext cx="5036939" cy="40331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44E1AA-6FFD-F174-6861-F9AEE8BF4E55}"/>
              </a:ext>
            </a:extLst>
          </p:cNvPr>
          <p:cNvSpPr txBox="1"/>
          <p:nvPr/>
        </p:nvSpPr>
        <p:spPr>
          <a:xfrm>
            <a:off x="8637814" y="1911805"/>
            <a:ext cx="32493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b="1" i="1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Now in discrete-time (monthly)</a:t>
            </a:r>
          </a:p>
          <a:p>
            <a:pPr marL="285750" indent="-285750" algn="l">
              <a:buFontTx/>
              <a:buChar char="-"/>
            </a:pPr>
            <a:endParaRPr lang="en-GB" sz="16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</a:endParaRPr>
          </a:p>
          <a:p>
            <a:pPr marL="285750" indent="-285750" algn="l">
              <a:buFontTx/>
              <a:buChar char="-"/>
            </a:pPr>
            <a:r>
              <a:rPr lang="en-GB" sz="160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If referrals are not treated and do not renege, they move to the next compartment at the next time-step (month)</a:t>
            </a:r>
          </a:p>
          <a:p>
            <a:pPr marL="285750" indent="-285750" algn="l">
              <a:buFontTx/>
              <a:buChar char="-"/>
            </a:pPr>
            <a:endParaRPr lang="en-GB" sz="16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</a:endParaRPr>
          </a:p>
          <a:p>
            <a:pPr marL="285750" indent="-285750" algn="l">
              <a:buFontTx/>
              <a:buChar char="-"/>
            </a:pPr>
            <a:r>
              <a:rPr lang="en-GB" sz="160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Each compartment therefore starts with the remainder from the previous compartment at the end of the previous month</a:t>
            </a:r>
          </a:p>
          <a:p>
            <a:pPr marL="285750" indent="-285750" algn="l">
              <a:buFontTx/>
              <a:buChar char="-"/>
            </a:pPr>
            <a:endParaRPr lang="en-GB" sz="16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</a:endParaRPr>
          </a:p>
          <a:p>
            <a:pPr marL="285750" indent="-285750" algn="l">
              <a:buFontTx/>
              <a:buChar char="-"/>
            </a:pPr>
            <a:r>
              <a:rPr lang="en-GB" sz="1600" dirty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rPr>
              <a:t>This conveniently aligns to the structure of the RTT statistics 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40CDC0-B964-F945-9C9D-0F023483281E}"/>
              </a:ext>
            </a:extLst>
          </p:cNvPr>
          <p:cNvCxnSpPr>
            <a:cxnSpLocks/>
          </p:cNvCxnSpPr>
          <p:nvPr/>
        </p:nvCxnSpPr>
        <p:spPr>
          <a:xfrm flipV="1">
            <a:off x="2510525" y="2661557"/>
            <a:ext cx="3045271" cy="469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96E26E-E38B-06AD-1FB4-BFA7C91A9CF5}"/>
              </a:ext>
            </a:extLst>
          </p:cNvPr>
          <p:cNvSpPr txBox="1"/>
          <p:nvPr/>
        </p:nvSpPr>
        <p:spPr>
          <a:xfrm>
            <a:off x="612321" y="2905780"/>
            <a:ext cx="172266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dirty="0">
                <a:solidFill>
                  <a:schemeClr val="accent2"/>
                </a:solidFill>
                <a:latin typeface="+mn-lt"/>
              </a:rPr>
              <a:t>Number waiting 0-1 months at time </a:t>
            </a:r>
            <a:r>
              <a:rPr lang="en-GB" sz="1400" i="1" dirty="0">
                <a:solidFill>
                  <a:schemeClr val="accent2"/>
                </a:solidFill>
                <a:latin typeface="+mn-lt"/>
              </a:rPr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D9A7A2-ADFF-F21E-9F92-91BF01826DFF}"/>
              </a:ext>
            </a:extLst>
          </p:cNvPr>
          <p:cNvSpPr txBox="1"/>
          <p:nvPr/>
        </p:nvSpPr>
        <p:spPr>
          <a:xfrm>
            <a:off x="612321" y="3805212"/>
            <a:ext cx="1722664" cy="5232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dirty="0">
                <a:solidFill>
                  <a:schemeClr val="accent2"/>
                </a:solidFill>
                <a:latin typeface="+mn-lt"/>
              </a:rPr>
              <a:t>Number waiting 1-2 months at time </a:t>
            </a:r>
            <a:r>
              <a:rPr lang="en-GB" sz="1400" i="1" dirty="0">
                <a:solidFill>
                  <a:schemeClr val="accent2"/>
                </a:solidFill>
                <a:latin typeface="+mn-lt"/>
              </a:rPr>
              <a:t>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B204A3-E67C-2A2D-7CE7-C187DB3E0C80}"/>
              </a:ext>
            </a:extLst>
          </p:cNvPr>
          <p:cNvCxnSpPr>
            <a:cxnSpLocks/>
          </p:cNvCxnSpPr>
          <p:nvPr/>
        </p:nvCxnSpPr>
        <p:spPr>
          <a:xfrm flipV="1">
            <a:off x="2510524" y="3474305"/>
            <a:ext cx="3045271" cy="46944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B42FA0-730D-7045-3156-A091BD945C2A}"/>
              </a:ext>
            </a:extLst>
          </p:cNvPr>
          <p:cNvSpPr txBox="1"/>
          <p:nvPr/>
        </p:nvSpPr>
        <p:spPr>
          <a:xfrm>
            <a:off x="581568" y="1490689"/>
            <a:ext cx="10430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dirty="0"/>
              <a:t>Extending to the ‘multi-stock’ compartmental model – </a:t>
            </a:r>
            <a:r>
              <a:rPr lang="en-GB" b="1" i="1" u="sng" dirty="0">
                <a:solidFill>
                  <a:srgbClr val="FF0000"/>
                </a:solidFill>
              </a:rPr>
              <a:t>the ‘engine’ of the RTT Planner tool</a:t>
            </a:r>
            <a:endParaRPr lang="en-GB" sz="1800" i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3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859D-FA89-D254-BB80-2ABAFBC8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4248EA-D296-CE4C-893F-2531BF0E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45" t="12205" r="23559" b="19441"/>
          <a:stretch>
            <a:fillRect/>
          </a:stretch>
        </p:blipFill>
        <p:spPr>
          <a:xfrm>
            <a:off x="1337816" y="1716189"/>
            <a:ext cx="6022429" cy="4531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6225C4-5734-4F00-0DE9-37558B55D0C1}"/>
              </a:ext>
            </a:extLst>
          </p:cNvPr>
          <p:cNvSpPr txBox="1"/>
          <p:nvPr/>
        </p:nvSpPr>
        <p:spPr>
          <a:xfrm>
            <a:off x="4899725" y="4103100"/>
            <a:ext cx="177484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solidFill>
                  <a:schemeClr val="accent2"/>
                </a:solidFill>
                <a:latin typeface="+mn-lt"/>
              </a:rPr>
              <a:t>Waiting list size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DCD0E-498C-4F43-03F2-B5ED8D7A8A81}"/>
              </a:ext>
            </a:extLst>
          </p:cNvPr>
          <p:cNvSpPr txBox="1"/>
          <p:nvPr/>
        </p:nvSpPr>
        <p:spPr>
          <a:xfrm>
            <a:off x="4899724" y="4759996"/>
            <a:ext cx="135165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solidFill>
                  <a:schemeClr val="accent2"/>
                </a:solidFill>
                <a:latin typeface="+mn-lt"/>
              </a:rPr>
              <a:t>Treatments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ED8BC-70A4-ABE8-C406-6257FCAA7324}"/>
              </a:ext>
            </a:extLst>
          </p:cNvPr>
          <p:cNvSpPr txBox="1"/>
          <p:nvPr/>
        </p:nvSpPr>
        <p:spPr>
          <a:xfrm>
            <a:off x="4899724" y="5786256"/>
            <a:ext cx="11208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solidFill>
                  <a:schemeClr val="accent2"/>
                </a:solidFill>
                <a:latin typeface="+mn-lt"/>
              </a:rPr>
              <a:t>Referrals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798768-DDC8-2375-8A9A-BC61033224B8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3902927" y="4287766"/>
            <a:ext cx="996798" cy="1918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1A7987-9B18-1DB5-88B6-BBDC46B5BC1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3746810" y="5970922"/>
            <a:ext cx="1152914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AAFDE0-D1AB-8E86-8E7F-A76E24F3693E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902927" y="4767221"/>
            <a:ext cx="996797" cy="17744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3E4BC5-BBB2-4577-FA4B-8EF0C86AFC23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036741" y="4944662"/>
            <a:ext cx="862983" cy="26488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5F734F-20A7-40B5-842C-A19F99897A3E}"/>
              </a:ext>
            </a:extLst>
          </p:cNvPr>
          <p:cNvSpPr txBox="1"/>
          <p:nvPr/>
        </p:nvSpPr>
        <p:spPr>
          <a:xfrm>
            <a:off x="8154678" y="1860021"/>
            <a:ext cx="3541355" cy="4640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400" u="sng" dirty="0">
                <a:solidFill>
                  <a:schemeClr val="accent1"/>
                </a:solidFill>
                <a:latin typeface="+mn-lt"/>
              </a:rPr>
              <a:t>What’s missing?</a:t>
            </a:r>
          </a:p>
          <a:p>
            <a:pPr algn="ctr"/>
            <a:endParaRPr lang="en-GB" sz="2400" u="sng" dirty="0">
              <a:solidFill>
                <a:schemeClr val="accent1"/>
              </a:solidFill>
              <a:latin typeface="+mn-lt"/>
            </a:endParaRPr>
          </a:p>
          <a:p>
            <a:pPr algn="ctr">
              <a:lnSpc>
                <a:spcPct val="150000"/>
              </a:lnSpc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Waiting list size change </a:t>
            </a:r>
          </a:p>
          <a:p>
            <a:pPr algn="ctr">
              <a:lnSpc>
                <a:spcPct val="150000"/>
              </a:lnSpc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= </a:t>
            </a:r>
          </a:p>
          <a:p>
            <a:pPr algn="ctr">
              <a:lnSpc>
                <a:spcPct val="150000"/>
              </a:lnSpc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New additions (referrals)</a:t>
            </a:r>
          </a:p>
          <a:p>
            <a:pPr algn="ctr">
              <a:lnSpc>
                <a:spcPct val="150000"/>
              </a:lnSpc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minus</a:t>
            </a:r>
          </a:p>
          <a:p>
            <a:pPr algn="ctr">
              <a:lnSpc>
                <a:spcPct val="150000"/>
              </a:lnSpc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Treatments</a:t>
            </a:r>
          </a:p>
          <a:p>
            <a:pPr algn="ctr">
              <a:lnSpc>
                <a:spcPct val="150000"/>
              </a:lnSpc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minus</a:t>
            </a:r>
          </a:p>
          <a:p>
            <a:pPr algn="ctr">
              <a:lnSpc>
                <a:spcPct val="150000"/>
              </a:lnSpc>
            </a:pPr>
            <a:r>
              <a:rPr lang="en-GB" sz="2400" dirty="0">
                <a:solidFill>
                  <a:schemeClr val="accent1"/>
                </a:solidFill>
                <a:highlight>
                  <a:srgbClr val="FFFF00"/>
                </a:highlight>
                <a:latin typeface="+mn-lt"/>
              </a:rPr>
              <a:t>Reneges</a:t>
            </a:r>
          </a:p>
        </p:txBody>
      </p:sp>
    </p:spTree>
    <p:extLst>
      <p:ext uri="{BB962C8B-B14F-4D97-AF65-F5344CB8AC3E}">
        <p14:creationId xmlns:p14="http://schemas.microsoft.com/office/powerpoint/2010/main" val="413817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EC6B-26C2-04F4-EF9E-5170781A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645D-6488-0C59-A5FE-7F1D05F1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6D27AD-2B0A-6F2E-8DFB-B8E544428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The elective waiting list challenge</a:t>
            </a:r>
          </a:p>
          <a:p>
            <a:r>
              <a:rPr lang="en-GB" b="0" dirty="0"/>
              <a:t>Open data</a:t>
            </a:r>
          </a:p>
          <a:p>
            <a:r>
              <a:rPr lang="en-GB" b="0" dirty="0"/>
              <a:t>Open source</a:t>
            </a:r>
          </a:p>
          <a:p>
            <a:r>
              <a:rPr lang="en-GB" b="0" dirty="0"/>
              <a:t>Open tool</a:t>
            </a:r>
          </a:p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Collaboration</a:t>
            </a:r>
          </a:p>
          <a:p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54924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3C5B-095D-EACB-8613-DD374F33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A3E11-3853-FF42-ECA0-74D51090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3ECDE2-658F-7DAA-DFEA-7E275F0BD1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The elective waiting list challenge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data</a:t>
            </a:r>
          </a:p>
          <a:p>
            <a:r>
              <a:rPr lang="en-GB" b="0" dirty="0"/>
              <a:t>Open source</a:t>
            </a:r>
          </a:p>
          <a:p>
            <a:r>
              <a:rPr lang="en-GB" b="0" dirty="0"/>
              <a:t>Open tool</a:t>
            </a:r>
          </a:p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Collaboration</a:t>
            </a:r>
          </a:p>
          <a:p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80823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4996-AE2E-9C0E-DBDC-1FB1699C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5A3B-293F-EBF4-6ADD-E7B023EBEF99}"/>
              </a:ext>
            </a:extLst>
          </p:cNvPr>
          <p:cNvSpPr txBox="1">
            <a:spLocks/>
          </p:cNvSpPr>
          <p:nvPr/>
        </p:nvSpPr>
        <p:spPr>
          <a:xfrm>
            <a:off x="720000" y="537140"/>
            <a:ext cx="10392000" cy="57708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888716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ts val="4500"/>
              </a:lnSpc>
            </a:pPr>
            <a:r>
              <a:rPr lang="en-GB" sz="4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collaboration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AE7D76-D43C-0794-1B77-B8462E1A4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72" y="2143673"/>
            <a:ext cx="1710058" cy="7972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0" name="Picture 2" descr="R (programming language) - Wikipedia">
            <a:extLst>
              <a:ext uri="{FF2B5EF4-FFF2-40B4-BE49-F238E27FC236}">
                <a16:creationId xmlns:a16="http://schemas.microsoft.com/office/drawing/2014/main" id="{D48CED81-90B2-4506-1E6F-42F75785A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654" y="2143673"/>
            <a:ext cx="1294520" cy="100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0B5143-EE44-662E-2EBA-6EA2AC245EE0}"/>
              </a:ext>
            </a:extLst>
          </p:cNvPr>
          <p:cNvSpPr txBox="1"/>
          <p:nvPr/>
        </p:nvSpPr>
        <p:spPr>
          <a:xfrm>
            <a:off x="2834449" y="1498973"/>
            <a:ext cx="2070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err="1">
                <a:solidFill>
                  <a:schemeClr val="tx1"/>
                </a:solidFill>
                <a:latin typeface="+mn-lt"/>
              </a:rPr>
              <a:t>NHSRtt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(R package) – the “engine”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22A7F-3A2A-74B2-C2AF-907CB8F2B6EC}"/>
              </a:ext>
            </a:extLst>
          </p:cNvPr>
          <p:cNvSpPr txBox="1"/>
          <p:nvPr/>
        </p:nvSpPr>
        <p:spPr>
          <a:xfrm>
            <a:off x="325772" y="1727139"/>
            <a:ext cx="15279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600" dirty="0">
                <a:solidFill>
                  <a:schemeClr val="tx1"/>
                </a:solidFill>
                <a:latin typeface="+mn-lt"/>
              </a:rPr>
              <a:t>NHS RTT data</a:t>
            </a:r>
          </a:p>
        </p:txBody>
      </p:sp>
      <p:pic>
        <p:nvPicPr>
          <p:cNvPr id="7" name="Picture 2" descr="R (programming language) - Wikipedia">
            <a:extLst>
              <a:ext uri="{FF2B5EF4-FFF2-40B4-BE49-F238E27FC236}">
                <a16:creationId xmlns:a16="http://schemas.microsoft.com/office/drawing/2014/main" id="{90C42EA5-ED35-0D04-2B20-1EB88BE90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680" y="2143673"/>
            <a:ext cx="1294520" cy="100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B4394A-3A34-0F49-01BD-7AC5D06E5121}"/>
              </a:ext>
            </a:extLst>
          </p:cNvPr>
          <p:cNvSpPr txBox="1"/>
          <p:nvPr/>
        </p:nvSpPr>
        <p:spPr>
          <a:xfrm>
            <a:off x="5229621" y="1506126"/>
            <a:ext cx="226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 err="1">
                <a:solidFill>
                  <a:schemeClr val="tx1"/>
                </a:solidFill>
                <a:latin typeface="+mn-lt"/>
              </a:rPr>
              <a:t>RTTShiny</a:t>
            </a:r>
            <a:r>
              <a:rPr lang="en-GB" sz="1600" dirty="0">
                <a:solidFill>
                  <a:schemeClr val="tx1"/>
                </a:solidFill>
                <a:latin typeface="+mn-lt"/>
              </a:rPr>
              <a:t> (R package) – the “front end”</a:t>
            </a:r>
          </a:p>
        </p:txBody>
      </p:sp>
      <p:pic>
        <p:nvPicPr>
          <p:cNvPr id="10" name="Picture 4" descr="GitHub - Wikipedia">
            <a:extLst>
              <a:ext uri="{FF2B5EF4-FFF2-40B4-BE49-F238E27FC236}">
                <a16:creationId xmlns:a16="http://schemas.microsoft.com/office/drawing/2014/main" id="{1ACC36D3-AE0E-495E-662A-73A86118B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401" y="5289448"/>
            <a:ext cx="979623" cy="979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DF8751A-9BEA-AFA4-9E8D-0B7501E64B2D}"/>
              </a:ext>
            </a:extLst>
          </p:cNvPr>
          <p:cNvGrpSpPr/>
          <p:nvPr/>
        </p:nvGrpSpPr>
        <p:grpSpPr>
          <a:xfrm>
            <a:off x="7279574" y="4061360"/>
            <a:ext cx="3538847" cy="1842593"/>
            <a:chOff x="7279574" y="4061360"/>
            <a:chExt cx="3538847" cy="184259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0EBDAC-EF8A-26B2-8555-0AAD65E8BB2C}"/>
                </a:ext>
              </a:extLst>
            </p:cNvPr>
            <p:cNvSpPr/>
            <p:nvPr/>
          </p:nvSpPr>
          <p:spPr>
            <a:xfrm>
              <a:off x="7279574" y="4061360"/>
              <a:ext cx="3538847" cy="1842593"/>
            </a:xfrm>
            <a:prstGeom prst="rect">
              <a:avLst/>
            </a:prstGeom>
            <a:solidFill>
              <a:srgbClr val="0DCFFA">
                <a:alpha val="27059"/>
              </a:srgb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Shiny server</a:t>
              </a:r>
            </a:p>
          </p:txBody>
        </p:sp>
        <p:pic>
          <p:nvPicPr>
            <p:cNvPr id="12" name="Picture 4" descr="GitHub - Wikipedia">
              <a:extLst>
                <a:ext uri="{FF2B5EF4-FFF2-40B4-BE49-F238E27FC236}">
                  <a16:creationId xmlns:a16="http://schemas.microsoft.com/office/drawing/2014/main" id="{E49B61A9-DE4E-3BEF-354F-258F5F5D8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3330" y="4667778"/>
              <a:ext cx="952221" cy="952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 (programming language) - Wikipedia">
              <a:extLst>
                <a:ext uri="{FF2B5EF4-FFF2-40B4-BE49-F238E27FC236}">
                  <a16:creationId xmlns:a16="http://schemas.microsoft.com/office/drawing/2014/main" id="{076BC0C9-6838-D90B-86CE-A0E94D1A31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2233" y="4740295"/>
              <a:ext cx="1041494" cy="807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5C6BEC-8120-58D0-8033-8BD9FD098AD6}"/>
              </a:ext>
            </a:extLst>
          </p:cNvPr>
          <p:cNvGrpSpPr/>
          <p:nvPr/>
        </p:nvGrpSpPr>
        <p:grpSpPr>
          <a:xfrm>
            <a:off x="3566939" y="3260377"/>
            <a:ext cx="2675140" cy="1651871"/>
            <a:chOff x="3578631" y="3146961"/>
            <a:chExt cx="2675140" cy="1651871"/>
          </a:xfrm>
        </p:grpSpPr>
        <p:pic>
          <p:nvPicPr>
            <p:cNvPr id="17" name="Graphic 16" descr="Laptop outline">
              <a:extLst>
                <a:ext uri="{FF2B5EF4-FFF2-40B4-BE49-F238E27FC236}">
                  <a16:creationId xmlns:a16="http://schemas.microsoft.com/office/drawing/2014/main" id="{473BE5EA-BA56-AB78-81F8-7CA384DA4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93031" y="3884432"/>
              <a:ext cx="914400" cy="914400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689719F-E9B5-0730-B839-BDA1DF2AE4FF}"/>
                </a:ext>
              </a:extLst>
            </p:cNvPr>
            <p:cNvGrpSpPr/>
            <p:nvPr/>
          </p:nvGrpSpPr>
          <p:grpSpPr>
            <a:xfrm>
              <a:off x="3578631" y="3146961"/>
              <a:ext cx="2675140" cy="1371600"/>
              <a:chOff x="3578631" y="3146961"/>
              <a:chExt cx="2675140" cy="1371600"/>
            </a:xfrm>
          </p:grpSpPr>
          <p:pic>
            <p:nvPicPr>
              <p:cNvPr id="15" name="Graphic 14" descr="Laptop outline">
                <a:extLst>
                  <a:ext uri="{FF2B5EF4-FFF2-40B4-BE49-F238E27FC236}">
                    <a16:creationId xmlns:a16="http://schemas.microsoft.com/office/drawing/2014/main" id="{D604C3A4-6A98-38BF-DD07-83FF65429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578631" y="355072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8" name="Graphic 17" descr="Laptop outline">
                <a:extLst>
                  <a:ext uri="{FF2B5EF4-FFF2-40B4-BE49-F238E27FC236}">
                    <a16:creationId xmlns:a16="http://schemas.microsoft.com/office/drawing/2014/main" id="{3469DC40-FE60-EC9A-2E2B-7848A345D3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493031" y="314696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" name="Graphic 18" descr="Laptop outline">
                <a:extLst>
                  <a:ext uri="{FF2B5EF4-FFF2-40B4-BE49-F238E27FC236}">
                    <a16:creationId xmlns:a16="http://schemas.microsoft.com/office/drawing/2014/main" id="{0C4EE329-8422-334F-CF40-06AB8F2D7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339371" y="3604161"/>
                <a:ext cx="914400" cy="914400"/>
              </a:xfrm>
              <a:prstGeom prst="rect">
                <a:avLst/>
              </a:prstGeom>
            </p:spPr>
          </p:pic>
        </p:grpSp>
      </p:grpSp>
      <p:pic>
        <p:nvPicPr>
          <p:cNvPr id="21" name="Graphic 20" descr="Internet with solid fill">
            <a:extLst>
              <a:ext uri="{FF2B5EF4-FFF2-40B4-BE49-F238E27FC236}">
                <a16:creationId xmlns:a16="http://schemas.microsoft.com/office/drawing/2014/main" id="{F3B03BA7-9C9D-D026-53BC-CEC58B1817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6890" y="1329407"/>
            <a:ext cx="1766454" cy="176645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C34E239-E16E-FF26-9215-B75AAD3301E4}"/>
              </a:ext>
            </a:extLst>
          </p:cNvPr>
          <p:cNvSpPr txBox="1"/>
          <p:nvPr/>
        </p:nvSpPr>
        <p:spPr>
          <a:xfrm>
            <a:off x="4219336" y="6408397"/>
            <a:ext cx="1543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>
                <a:solidFill>
                  <a:schemeClr val="tx1"/>
                </a:solidFill>
                <a:latin typeface="+mn-lt"/>
              </a:rPr>
              <a:t>Public GitHub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FCA20D-3061-D311-DA89-2A63FB77807F}"/>
              </a:ext>
            </a:extLst>
          </p:cNvPr>
          <p:cNvSpPr txBox="1"/>
          <p:nvPr/>
        </p:nvSpPr>
        <p:spPr>
          <a:xfrm rot="16200000">
            <a:off x="2475459" y="3918694"/>
            <a:ext cx="1543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+mn-lt"/>
              </a:rPr>
              <a:t>Multiple developers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100FE0-9EC9-4A64-8BC8-896B2AC3ECF1}"/>
              </a:ext>
            </a:extLst>
          </p:cNvPr>
          <p:cNvSpPr txBox="1"/>
          <p:nvPr/>
        </p:nvSpPr>
        <p:spPr>
          <a:xfrm>
            <a:off x="9474891" y="1226007"/>
            <a:ext cx="1343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600" dirty="0">
                <a:solidFill>
                  <a:schemeClr val="tx1"/>
                </a:solidFill>
                <a:latin typeface="+mn-lt"/>
              </a:rPr>
              <a:t>RTT Planner</a:t>
            </a:r>
          </a:p>
        </p:txBody>
      </p:sp>
      <p:pic>
        <p:nvPicPr>
          <p:cNvPr id="33" name="Graphic 32" descr="Arrow: Straight with solid fill">
            <a:extLst>
              <a:ext uri="{FF2B5EF4-FFF2-40B4-BE49-F238E27FC236}">
                <a16:creationId xmlns:a16="http://schemas.microsoft.com/office/drawing/2014/main" id="{93ACA7E6-EEBD-9CD3-5D0D-334762C24E5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2090032" y="2143673"/>
            <a:ext cx="836420" cy="836420"/>
          </a:xfrm>
          <a:prstGeom prst="rect">
            <a:avLst/>
          </a:prstGeom>
        </p:spPr>
      </p:pic>
      <p:pic>
        <p:nvPicPr>
          <p:cNvPr id="34" name="Graphic 33" descr="Arrow: Straight with solid fill">
            <a:extLst>
              <a:ext uri="{FF2B5EF4-FFF2-40B4-BE49-F238E27FC236}">
                <a16:creationId xmlns:a16="http://schemas.microsoft.com/office/drawing/2014/main" id="{3C113F25-226A-7642-2B5B-2DA1E64DD1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4433949" y="2177552"/>
            <a:ext cx="836420" cy="836420"/>
          </a:xfrm>
          <a:prstGeom prst="rect">
            <a:avLst/>
          </a:prstGeom>
        </p:spPr>
      </p:pic>
      <p:pic>
        <p:nvPicPr>
          <p:cNvPr id="36" name="Graphic 35" descr="Arrow: Slight curve with solid fill">
            <a:extLst>
              <a:ext uri="{FF2B5EF4-FFF2-40B4-BE49-F238E27FC236}">
                <a16:creationId xmlns:a16="http://schemas.microsoft.com/office/drawing/2014/main" id="{459DDF6D-0ED2-C8DA-922A-31E64DCEB4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V="1">
            <a:off x="5754168" y="4812002"/>
            <a:ext cx="1438753" cy="1438753"/>
          </a:xfrm>
          <a:prstGeom prst="rect">
            <a:avLst/>
          </a:prstGeom>
        </p:spPr>
      </p:pic>
      <p:pic>
        <p:nvPicPr>
          <p:cNvPr id="37" name="Graphic 36" descr="Arrow: Slight curve with solid fill">
            <a:extLst>
              <a:ext uri="{FF2B5EF4-FFF2-40B4-BE49-F238E27FC236}">
                <a16:creationId xmlns:a16="http://schemas.microsoft.com/office/drawing/2014/main" id="{A7998C3B-2023-234D-8630-A06DA8C163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9730989" y="2646778"/>
            <a:ext cx="970705" cy="1558967"/>
          </a:xfrm>
          <a:prstGeom prst="rect">
            <a:avLst/>
          </a:prstGeom>
        </p:spPr>
      </p:pic>
      <p:pic>
        <p:nvPicPr>
          <p:cNvPr id="39" name="Graphic 38" descr="Transfer with solid fill">
            <a:extLst>
              <a:ext uri="{FF2B5EF4-FFF2-40B4-BE49-F238E27FC236}">
                <a16:creationId xmlns:a16="http://schemas.microsoft.com/office/drawing/2014/main" id="{FA51366D-548C-1973-1C59-DAF277BC8C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7424042">
            <a:off x="5599437" y="3180779"/>
            <a:ext cx="594117" cy="594117"/>
          </a:xfrm>
          <a:prstGeom prst="rect">
            <a:avLst/>
          </a:prstGeom>
        </p:spPr>
      </p:pic>
      <p:pic>
        <p:nvPicPr>
          <p:cNvPr id="40" name="Graphic 39" descr="Transfer with solid fill">
            <a:extLst>
              <a:ext uri="{FF2B5EF4-FFF2-40B4-BE49-F238E27FC236}">
                <a16:creationId xmlns:a16="http://schemas.microsoft.com/office/drawing/2014/main" id="{DD87416D-EF23-0A82-73EF-6C6C317D67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4670410">
            <a:off x="3692713" y="3216933"/>
            <a:ext cx="594117" cy="594117"/>
          </a:xfrm>
          <a:prstGeom prst="rect">
            <a:avLst/>
          </a:prstGeom>
        </p:spPr>
      </p:pic>
      <p:pic>
        <p:nvPicPr>
          <p:cNvPr id="41" name="Graphic 40" descr="Transfer with solid fill">
            <a:extLst>
              <a:ext uri="{FF2B5EF4-FFF2-40B4-BE49-F238E27FC236}">
                <a16:creationId xmlns:a16="http://schemas.microsoft.com/office/drawing/2014/main" id="{3EB03BD7-02EF-09EF-B076-D6A912E8EF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6200000">
            <a:off x="4723200" y="4788626"/>
            <a:ext cx="457332" cy="45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3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017C-AF00-CB47-1E54-3AE3C570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source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639DD1-50F2-6D9E-0786-FF2B2B622D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69" t="22289" r="34775"/>
          <a:stretch>
            <a:fillRect/>
          </a:stretch>
        </p:blipFill>
        <p:spPr>
          <a:xfrm>
            <a:off x="912705" y="1945292"/>
            <a:ext cx="4294599" cy="370206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277762-20C8-AC4E-A0EF-42794408FC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01" t="22603" r="34860" b="3710"/>
          <a:stretch>
            <a:fillRect/>
          </a:stretch>
        </p:blipFill>
        <p:spPr>
          <a:xfrm>
            <a:off x="6096000" y="1831494"/>
            <a:ext cx="4815927" cy="39296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4B4C6-B46A-F5C4-11BB-18F862B14412}"/>
              </a:ext>
            </a:extLst>
          </p:cNvPr>
          <p:cNvSpPr txBox="1"/>
          <p:nvPr/>
        </p:nvSpPr>
        <p:spPr>
          <a:xfrm>
            <a:off x="994353" y="6046543"/>
            <a:ext cx="33299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Data acquisition and modelling engine:</a:t>
            </a:r>
          </a:p>
          <a:p>
            <a:r>
              <a:rPr lang="en-GB" sz="1200" dirty="0"/>
              <a:t>https://github.com/nhs-bnssg-analytics/NHSRtt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F9DE9-2DDD-7659-8A5E-C18104C346E9}"/>
              </a:ext>
            </a:extLst>
          </p:cNvPr>
          <p:cNvSpPr txBox="1"/>
          <p:nvPr/>
        </p:nvSpPr>
        <p:spPr>
          <a:xfrm>
            <a:off x="6128656" y="6014261"/>
            <a:ext cx="51099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The </a:t>
            </a:r>
            <a:r>
              <a:rPr lang="en-GB" sz="1200" dirty="0" err="1"/>
              <a:t>RShiny</a:t>
            </a:r>
            <a:r>
              <a:rPr lang="en-GB" sz="1200" dirty="0"/>
              <a:t> tool:</a:t>
            </a:r>
          </a:p>
          <a:p>
            <a:r>
              <a:rPr lang="en-GB" sz="1200" dirty="0"/>
              <a:t>https://github.com/nhs-bnssg-analytics/RTT_compartmental_modelling</a:t>
            </a:r>
          </a:p>
        </p:txBody>
      </p:sp>
    </p:spTree>
    <p:extLst>
      <p:ext uri="{BB962C8B-B14F-4D97-AF65-F5344CB8AC3E}">
        <p14:creationId xmlns:p14="http://schemas.microsoft.com/office/powerpoint/2010/main" val="3061607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51A1-CCDE-3F64-66BF-D9CD3B4E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Issues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E85BBC-CC43-19D7-EC23-59E6CD2AC0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27" t="13666" r="34017" b="3083"/>
          <a:stretch>
            <a:fillRect/>
          </a:stretch>
        </p:blipFill>
        <p:spPr>
          <a:xfrm>
            <a:off x="4966423" y="1469203"/>
            <a:ext cx="4999509" cy="446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91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9831-FA2E-A53B-8610-6A43CC17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7A79-F9BA-BB38-E5AB-396B0212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E64931-FD8C-7DFC-AC06-A7D520CBDE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The elective waiting list challenge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data</a:t>
            </a:r>
          </a:p>
          <a:p>
            <a:r>
              <a:rPr lang="en-GB" b="0" dirty="0"/>
              <a:t>Open source</a:t>
            </a:r>
          </a:p>
          <a:p>
            <a:r>
              <a:rPr lang="en-GB" b="0" dirty="0"/>
              <a:t>Open tool</a:t>
            </a:r>
          </a:p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Collaboration</a:t>
            </a:r>
          </a:p>
          <a:p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400125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B1DE-3A4D-AF07-C5CD-CB61096C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A0B9-099C-4537-DCEE-0532922B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7E9077-B019-4DF2-19B3-1A16C75A87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The elective waiting list challenge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data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source</a:t>
            </a:r>
          </a:p>
          <a:p>
            <a:r>
              <a:rPr lang="en-GB" b="0" dirty="0"/>
              <a:t>Open tool</a:t>
            </a:r>
          </a:p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Collaboration</a:t>
            </a:r>
          </a:p>
          <a:p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642685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0D29-84CD-E87B-8DF0-09042B019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Live demo…</a:t>
            </a:r>
          </a:p>
        </p:txBody>
      </p:sp>
      <p:pic>
        <p:nvPicPr>
          <p:cNvPr id="7" name="Picture Placeholder 6" descr="OMG O Fox">
            <a:extLst>
              <a:ext uri="{FF2B5EF4-FFF2-40B4-BE49-F238E27FC236}">
                <a16:creationId xmlns:a16="http://schemas.microsoft.com/office/drawing/2014/main" id="{607F6339-EE3E-A785-A067-247699E519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169" b="7169"/>
          <a:stretch>
            <a:fillRect/>
          </a:stretch>
        </p:blipFill>
        <p:spPr>
          <a:xfrm>
            <a:off x="7174570" y="1827399"/>
            <a:ext cx="3739376" cy="3203201"/>
          </a:xfrm>
        </p:spPr>
      </p:pic>
    </p:spTree>
    <p:extLst>
      <p:ext uri="{BB962C8B-B14F-4D97-AF65-F5344CB8AC3E}">
        <p14:creationId xmlns:p14="http://schemas.microsoft.com/office/powerpoint/2010/main" val="3137991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Plot object">
            <a:extLst>
              <a:ext uri="{FF2B5EF4-FFF2-40B4-BE49-F238E27FC236}">
                <a16:creationId xmlns:a16="http://schemas.microsoft.com/office/drawing/2014/main" id="{419BA3D4-3569-F4CE-90D3-DB5F87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342" y="4216582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E5B4423-F183-B969-3F01-AB1325EE8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97" y="558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Cambridge University Hospitals – Total specialties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EA870D-697E-9FAF-FE70-51A552C96B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8449" y="1381418"/>
            <a:ext cx="5533440" cy="42799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“Do-nothing” scenario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1 % annual referral increase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0% annual capacity change</a:t>
            </a:r>
          </a:p>
        </p:txBody>
      </p:sp>
      <p:pic>
        <p:nvPicPr>
          <p:cNvPr id="2050" name="Picture 2" descr="Plot object">
            <a:extLst>
              <a:ext uri="{FF2B5EF4-FFF2-40B4-BE49-F238E27FC236}">
                <a16:creationId xmlns:a16="http://schemas.microsoft.com/office/drawing/2014/main" id="{AF18D565-1FE6-5A43-F1B2-BABCD8371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51" y="4216582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lot object">
            <a:extLst>
              <a:ext uri="{FF2B5EF4-FFF2-40B4-BE49-F238E27FC236}">
                <a16:creationId xmlns:a16="http://schemas.microsoft.com/office/drawing/2014/main" id="{8C519F2E-87A7-9CC7-E42C-57DFB53C6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344" y="1381418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B5F305-A3E7-89ED-6B81-1F409B5F7976}"/>
              </a:ext>
            </a:extLst>
          </p:cNvPr>
          <p:cNvSpPr txBox="1"/>
          <p:nvPr/>
        </p:nvSpPr>
        <p:spPr>
          <a:xfrm>
            <a:off x="3537191" y="3847250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CAPACITY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B3492-92F5-4F7C-C60A-0C7FB3C36880}"/>
              </a:ext>
            </a:extLst>
          </p:cNvPr>
          <p:cNvSpPr txBox="1"/>
          <p:nvPr/>
        </p:nvSpPr>
        <p:spPr>
          <a:xfrm>
            <a:off x="8513941" y="3874334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WAITING LIST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650CD-5F0E-B6C7-0499-50AA287503C3}"/>
              </a:ext>
            </a:extLst>
          </p:cNvPr>
          <p:cNvSpPr txBox="1"/>
          <p:nvPr/>
        </p:nvSpPr>
        <p:spPr>
          <a:xfrm>
            <a:off x="7797863" y="1012086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18 WEEK PERFORMANCE</a:t>
            </a:r>
          </a:p>
        </p:txBody>
      </p:sp>
      <p:sp>
        <p:nvSpPr>
          <p:cNvPr id="9" name="Call-out: Bent Line 8">
            <a:extLst>
              <a:ext uri="{FF2B5EF4-FFF2-40B4-BE49-F238E27FC236}">
                <a16:creationId xmlns:a16="http://schemas.microsoft.com/office/drawing/2014/main" id="{35B210AE-66EE-BCA6-27F0-FCEC0695A4B1}"/>
              </a:ext>
            </a:extLst>
          </p:cNvPr>
          <p:cNvSpPr/>
          <p:nvPr/>
        </p:nvSpPr>
        <p:spPr>
          <a:xfrm>
            <a:off x="4681094" y="4686656"/>
            <a:ext cx="836342" cy="504587"/>
          </a:xfrm>
          <a:prstGeom prst="borderCallout2">
            <a:avLst>
              <a:gd name="adj1" fmla="val 98333"/>
              <a:gd name="adj2" fmla="val 53001"/>
              <a:gd name="adj3" fmla="val 131493"/>
              <a:gd name="adj4" fmla="val 52666"/>
              <a:gd name="adj5" fmla="val 153950"/>
              <a:gd name="adj6" fmla="val 9333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13.5k</a:t>
            </a:r>
          </a:p>
          <a:p>
            <a:pPr algn="r"/>
            <a:r>
              <a:rPr lang="en-GB" sz="1100" dirty="0"/>
              <a:t>Mar27</a:t>
            </a:r>
          </a:p>
        </p:txBody>
      </p:sp>
      <p:sp>
        <p:nvSpPr>
          <p:cNvPr id="10" name="Call-out: Bent Line 9">
            <a:extLst>
              <a:ext uri="{FF2B5EF4-FFF2-40B4-BE49-F238E27FC236}">
                <a16:creationId xmlns:a16="http://schemas.microsoft.com/office/drawing/2014/main" id="{11FC1838-D7F0-659E-5757-61E9435B9673}"/>
              </a:ext>
            </a:extLst>
          </p:cNvPr>
          <p:cNvSpPr/>
          <p:nvPr/>
        </p:nvSpPr>
        <p:spPr>
          <a:xfrm>
            <a:off x="10522895" y="2085355"/>
            <a:ext cx="836342" cy="504587"/>
          </a:xfrm>
          <a:prstGeom prst="borderCallout2">
            <a:avLst>
              <a:gd name="adj1" fmla="val 98333"/>
              <a:gd name="adj2" fmla="val 53001"/>
              <a:gd name="adj3" fmla="val 151383"/>
              <a:gd name="adj4" fmla="val 67333"/>
              <a:gd name="adj5" fmla="val 200359"/>
              <a:gd name="adj6" fmla="val 11333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56.2%</a:t>
            </a:r>
          </a:p>
          <a:p>
            <a:pPr algn="r"/>
            <a:r>
              <a:rPr lang="en-GB" sz="1100" dirty="0"/>
              <a:t>Mar27</a:t>
            </a:r>
          </a:p>
        </p:txBody>
      </p:sp>
      <p:sp>
        <p:nvSpPr>
          <p:cNvPr id="11" name="Call-out: Bent Line 10">
            <a:extLst>
              <a:ext uri="{FF2B5EF4-FFF2-40B4-BE49-F238E27FC236}">
                <a16:creationId xmlns:a16="http://schemas.microsoft.com/office/drawing/2014/main" id="{16141446-5192-92AC-8C00-B5E9C66FBF50}"/>
              </a:ext>
            </a:extLst>
          </p:cNvPr>
          <p:cNvSpPr/>
          <p:nvPr/>
        </p:nvSpPr>
        <p:spPr>
          <a:xfrm>
            <a:off x="10442558" y="5528058"/>
            <a:ext cx="836342" cy="504587"/>
          </a:xfrm>
          <a:prstGeom prst="borderCallout2">
            <a:avLst>
              <a:gd name="adj1" fmla="val 1094"/>
              <a:gd name="adj2" fmla="val 47668"/>
              <a:gd name="adj3" fmla="val -56354"/>
              <a:gd name="adj4" fmla="val 107332"/>
              <a:gd name="adj5" fmla="val -139976"/>
              <a:gd name="adj6" fmla="val 11733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69.8k</a:t>
            </a:r>
          </a:p>
          <a:p>
            <a:pPr algn="r"/>
            <a:r>
              <a:rPr lang="en-GB" sz="1100" dirty="0"/>
              <a:t>Mar27</a:t>
            </a:r>
          </a:p>
        </p:txBody>
      </p:sp>
    </p:spTree>
    <p:extLst>
      <p:ext uri="{BB962C8B-B14F-4D97-AF65-F5344CB8AC3E}">
        <p14:creationId xmlns:p14="http://schemas.microsoft.com/office/powerpoint/2010/main" val="2239345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2BE2-FF75-F6F5-E955-8D9D006C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Plot object">
            <a:extLst>
              <a:ext uri="{FF2B5EF4-FFF2-40B4-BE49-F238E27FC236}">
                <a16:creationId xmlns:a16="http://schemas.microsoft.com/office/drawing/2014/main" id="{DB490679-C20A-C90B-D302-F8DACD8DF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342" y="4209080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ACC56F-0A40-5598-733A-9E13EFBAC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7464" y="1381418"/>
            <a:ext cx="5533440" cy="42799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“Increase capacity” scenario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1 % annual referral increase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5% annual capacity change</a:t>
            </a:r>
          </a:p>
        </p:txBody>
      </p:sp>
      <p:pic>
        <p:nvPicPr>
          <p:cNvPr id="3074" name="Picture 2" descr="Plot object">
            <a:extLst>
              <a:ext uri="{FF2B5EF4-FFF2-40B4-BE49-F238E27FC236}">
                <a16:creationId xmlns:a16="http://schemas.microsoft.com/office/drawing/2014/main" id="{791245B3-F058-E76B-1B83-3B7304258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328" y="1384106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lot object">
            <a:extLst>
              <a:ext uri="{FF2B5EF4-FFF2-40B4-BE49-F238E27FC236}">
                <a16:creationId xmlns:a16="http://schemas.microsoft.com/office/drawing/2014/main" id="{CE12E27D-2820-EABA-1F93-AA2A07130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64" y="4209080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550C3D-6622-047B-D2BC-D21717E7215C}"/>
              </a:ext>
            </a:extLst>
          </p:cNvPr>
          <p:cNvSpPr txBox="1"/>
          <p:nvPr/>
        </p:nvSpPr>
        <p:spPr>
          <a:xfrm>
            <a:off x="3537191" y="3847250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CAPACITY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71158-4A76-CDFE-9CD8-BAD3CF7DB40F}"/>
              </a:ext>
            </a:extLst>
          </p:cNvPr>
          <p:cNvSpPr txBox="1"/>
          <p:nvPr/>
        </p:nvSpPr>
        <p:spPr>
          <a:xfrm>
            <a:off x="8513941" y="3874334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WAITING LIST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11379-AB0C-CFE3-1A4B-972C5B9A6A47}"/>
              </a:ext>
            </a:extLst>
          </p:cNvPr>
          <p:cNvSpPr txBox="1"/>
          <p:nvPr/>
        </p:nvSpPr>
        <p:spPr>
          <a:xfrm>
            <a:off x="7797863" y="1012086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18 WEEK PERFORMANCE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25D37B99-0AF2-1E82-7E9B-9559CC5EDDB8}"/>
              </a:ext>
            </a:extLst>
          </p:cNvPr>
          <p:cNvSpPr txBox="1">
            <a:spLocks/>
          </p:cNvSpPr>
          <p:nvPr/>
        </p:nvSpPr>
        <p:spPr>
          <a:xfrm>
            <a:off x="567197" y="558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sz="4500" b="1" i="0" kern="1200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3200"/>
              <a:t>Cambridge University Hospitals – Total specialties</a:t>
            </a:r>
            <a:endParaRPr lang="en-GB" sz="3200" dirty="0"/>
          </a:p>
        </p:txBody>
      </p:sp>
      <p:sp>
        <p:nvSpPr>
          <p:cNvPr id="11" name="Call-out: Bent Line 10">
            <a:extLst>
              <a:ext uri="{FF2B5EF4-FFF2-40B4-BE49-F238E27FC236}">
                <a16:creationId xmlns:a16="http://schemas.microsoft.com/office/drawing/2014/main" id="{FB212DE3-07F8-D477-7526-083C1F4F3022}"/>
              </a:ext>
            </a:extLst>
          </p:cNvPr>
          <p:cNvSpPr/>
          <p:nvPr/>
        </p:nvSpPr>
        <p:spPr>
          <a:xfrm>
            <a:off x="4517821" y="5409024"/>
            <a:ext cx="836342" cy="504587"/>
          </a:xfrm>
          <a:prstGeom prst="borderCallout2">
            <a:avLst>
              <a:gd name="adj1" fmla="val 1094"/>
              <a:gd name="adj2" fmla="val 54334"/>
              <a:gd name="adj3" fmla="val -47514"/>
              <a:gd name="adj4" fmla="val 61999"/>
              <a:gd name="adj5" fmla="val -97986"/>
              <a:gd name="adj6" fmla="val 10933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14.5k</a:t>
            </a:r>
          </a:p>
          <a:p>
            <a:pPr algn="r"/>
            <a:r>
              <a:rPr lang="en-GB" sz="1100" dirty="0"/>
              <a:t>Mar27</a:t>
            </a:r>
          </a:p>
        </p:txBody>
      </p:sp>
      <p:sp>
        <p:nvSpPr>
          <p:cNvPr id="12" name="Call-out: Bent Line 11">
            <a:extLst>
              <a:ext uri="{FF2B5EF4-FFF2-40B4-BE49-F238E27FC236}">
                <a16:creationId xmlns:a16="http://schemas.microsoft.com/office/drawing/2014/main" id="{610AB786-EF03-03CA-CF35-E233EF6C471D}"/>
              </a:ext>
            </a:extLst>
          </p:cNvPr>
          <p:cNvSpPr/>
          <p:nvPr/>
        </p:nvSpPr>
        <p:spPr>
          <a:xfrm>
            <a:off x="10523387" y="2665810"/>
            <a:ext cx="836342" cy="504587"/>
          </a:xfrm>
          <a:prstGeom prst="borderCallout2">
            <a:avLst>
              <a:gd name="adj1" fmla="val -1116"/>
              <a:gd name="adj2" fmla="val 47668"/>
              <a:gd name="adj3" fmla="val -56354"/>
              <a:gd name="adj4" fmla="val 102000"/>
              <a:gd name="adj5" fmla="val -173126"/>
              <a:gd name="adj6" fmla="val 11733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58.1%</a:t>
            </a:r>
          </a:p>
          <a:p>
            <a:pPr algn="r"/>
            <a:r>
              <a:rPr lang="en-GB" sz="1100" dirty="0"/>
              <a:t>Mar27</a:t>
            </a:r>
          </a:p>
        </p:txBody>
      </p:sp>
      <p:sp>
        <p:nvSpPr>
          <p:cNvPr id="13" name="Call-out: Bent Line 12">
            <a:extLst>
              <a:ext uri="{FF2B5EF4-FFF2-40B4-BE49-F238E27FC236}">
                <a16:creationId xmlns:a16="http://schemas.microsoft.com/office/drawing/2014/main" id="{7C318CD4-37D5-6767-6CA5-C0817A383804}"/>
              </a:ext>
            </a:extLst>
          </p:cNvPr>
          <p:cNvSpPr/>
          <p:nvPr/>
        </p:nvSpPr>
        <p:spPr>
          <a:xfrm>
            <a:off x="10397953" y="4729492"/>
            <a:ext cx="836342" cy="504587"/>
          </a:xfrm>
          <a:prstGeom prst="borderCallout2">
            <a:avLst>
              <a:gd name="adj1" fmla="val 100543"/>
              <a:gd name="adj2" fmla="val 50335"/>
              <a:gd name="adj3" fmla="val 164643"/>
              <a:gd name="adj4" fmla="val 91332"/>
              <a:gd name="adj5" fmla="val 310858"/>
              <a:gd name="adj6" fmla="val 12533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62.7k</a:t>
            </a:r>
          </a:p>
          <a:p>
            <a:pPr algn="r"/>
            <a:r>
              <a:rPr lang="en-GB" sz="1100" dirty="0"/>
              <a:t>Mar27</a:t>
            </a:r>
          </a:p>
        </p:txBody>
      </p:sp>
    </p:spTree>
    <p:extLst>
      <p:ext uri="{BB962C8B-B14F-4D97-AF65-F5344CB8AC3E}">
        <p14:creationId xmlns:p14="http://schemas.microsoft.com/office/powerpoint/2010/main" val="401344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3F37-3E9F-10D7-DF09-E3C3D6C5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Picture 30" descr="Plot object">
            <a:extLst>
              <a:ext uri="{FF2B5EF4-FFF2-40B4-BE49-F238E27FC236}">
                <a16:creationId xmlns:a16="http://schemas.microsoft.com/office/drawing/2014/main" id="{C51774BC-BC93-FE22-B7CE-B098CAEBE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020" y="4216582"/>
            <a:ext cx="529220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9F5421-0BF7-2397-5B8A-E0B9C9BC23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4097" y="1381418"/>
            <a:ext cx="5533440" cy="42799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/>
              <a:t>“Optimise capacity” scenario – allowing some flexibility on how capacity is applied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1 % annual referral increase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Scenario to get to 65% performance by March 2027</a:t>
            </a:r>
          </a:p>
        </p:txBody>
      </p:sp>
      <p:pic>
        <p:nvPicPr>
          <p:cNvPr id="1048" name="Picture 24" descr="Plot object">
            <a:extLst>
              <a:ext uri="{FF2B5EF4-FFF2-40B4-BE49-F238E27FC236}">
                <a16:creationId xmlns:a16="http://schemas.microsoft.com/office/drawing/2014/main" id="{4E95A8C3-6084-E488-9523-5A0D9DDA0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97" y="4204009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lot object">
            <a:extLst>
              <a:ext uri="{FF2B5EF4-FFF2-40B4-BE49-F238E27FC236}">
                <a16:creationId xmlns:a16="http://schemas.microsoft.com/office/drawing/2014/main" id="{8D428ACF-DE60-A2D8-CD76-BF2B94F8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020" y="1393991"/>
            <a:ext cx="5292207" cy="2520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48E62C-4D87-F3AB-F2AC-8ACACF151F54}"/>
              </a:ext>
            </a:extLst>
          </p:cNvPr>
          <p:cNvSpPr txBox="1"/>
          <p:nvPr/>
        </p:nvSpPr>
        <p:spPr>
          <a:xfrm>
            <a:off x="3537191" y="3847250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CAPACITY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7A201-DA3F-019F-F34F-19FE38B90990}"/>
              </a:ext>
            </a:extLst>
          </p:cNvPr>
          <p:cNvSpPr txBox="1"/>
          <p:nvPr/>
        </p:nvSpPr>
        <p:spPr>
          <a:xfrm>
            <a:off x="8513941" y="3874334"/>
            <a:ext cx="324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WAITING LIST SIZE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FEB39-AE97-DD3A-0810-8D69DBF455A5}"/>
              </a:ext>
            </a:extLst>
          </p:cNvPr>
          <p:cNvSpPr txBox="1"/>
          <p:nvPr/>
        </p:nvSpPr>
        <p:spPr>
          <a:xfrm>
            <a:off x="7797863" y="1012086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b="1" dirty="0">
                <a:solidFill>
                  <a:schemeClr val="accent4"/>
                </a:solidFill>
                <a:latin typeface="+mn-lt"/>
              </a:rPr>
              <a:t>	18 WEEK PERFORMANCE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5AAA993E-909F-8A3B-8DCC-C1DE5D40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97" y="558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dirty="0"/>
              <a:t>Cambridge University Hospitals – Total specialties</a:t>
            </a:r>
          </a:p>
        </p:txBody>
      </p:sp>
      <p:sp>
        <p:nvSpPr>
          <p:cNvPr id="12" name="Call-out: Bent Line 11">
            <a:extLst>
              <a:ext uri="{FF2B5EF4-FFF2-40B4-BE49-F238E27FC236}">
                <a16:creationId xmlns:a16="http://schemas.microsoft.com/office/drawing/2014/main" id="{957D2F9C-EF07-15A3-CF23-582E26B5847F}"/>
              </a:ext>
            </a:extLst>
          </p:cNvPr>
          <p:cNvSpPr/>
          <p:nvPr/>
        </p:nvSpPr>
        <p:spPr>
          <a:xfrm>
            <a:off x="4262923" y="5449054"/>
            <a:ext cx="836342" cy="504587"/>
          </a:xfrm>
          <a:prstGeom prst="borderCallout2">
            <a:avLst>
              <a:gd name="adj1" fmla="val -3325"/>
              <a:gd name="adj2" fmla="val 51668"/>
              <a:gd name="adj3" fmla="val -58564"/>
              <a:gd name="adj4" fmla="val 109999"/>
              <a:gd name="adj5" fmla="val -133346"/>
              <a:gd name="adj6" fmla="val 14000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17.4k</a:t>
            </a:r>
          </a:p>
          <a:p>
            <a:pPr algn="r"/>
            <a:r>
              <a:rPr lang="en-GB" sz="1100" dirty="0"/>
              <a:t>Mar27</a:t>
            </a:r>
          </a:p>
        </p:txBody>
      </p:sp>
      <p:sp>
        <p:nvSpPr>
          <p:cNvPr id="13" name="Call-out: Bent Line 12">
            <a:extLst>
              <a:ext uri="{FF2B5EF4-FFF2-40B4-BE49-F238E27FC236}">
                <a16:creationId xmlns:a16="http://schemas.microsoft.com/office/drawing/2014/main" id="{7D70387A-0185-D38E-F72A-4942E00CB68C}"/>
              </a:ext>
            </a:extLst>
          </p:cNvPr>
          <p:cNvSpPr/>
          <p:nvPr/>
        </p:nvSpPr>
        <p:spPr>
          <a:xfrm>
            <a:off x="9119123" y="2117002"/>
            <a:ext cx="836342" cy="504587"/>
          </a:xfrm>
          <a:prstGeom prst="borderCallout2">
            <a:avLst>
              <a:gd name="adj1" fmla="val 43084"/>
              <a:gd name="adj2" fmla="val 99668"/>
              <a:gd name="adj3" fmla="val 5525"/>
              <a:gd name="adj4" fmla="val 174000"/>
              <a:gd name="adj5" fmla="val -31688"/>
              <a:gd name="adj6" fmla="val 27333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65.0%</a:t>
            </a:r>
          </a:p>
          <a:p>
            <a:pPr algn="r"/>
            <a:r>
              <a:rPr lang="en-GB" sz="1100" dirty="0"/>
              <a:t>Mar27</a:t>
            </a:r>
          </a:p>
        </p:txBody>
      </p:sp>
      <p:sp>
        <p:nvSpPr>
          <p:cNvPr id="14" name="Call-out: Bent Line 13">
            <a:extLst>
              <a:ext uri="{FF2B5EF4-FFF2-40B4-BE49-F238E27FC236}">
                <a16:creationId xmlns:a16="http://schemas.microsoft.com/office/drawing/2014/main" id="{0F9F24BC-A4BF-1EFD-6175-EF623BEFBAC8}"/>
              </a:ext>
            </a:extLst>
          </p:cNvPr>
          <p:cNvSpPr/>
          <p:nvPr/>
        </p:nvSpPr>
        <p:spPr>
          <a:xfrm>
            <a:off x="10420256" y="4733243"/>
            <a:ext cx="836342" cy="504587"/>
          </a:xfrm>
          <a:prstGeom prst="borderCallout2">
            <a:avLst>
              <a:gd name="adj1" fmla="val 100542"/>
              <a:gd name="adj2" fmla="val 50335"/>
              <a:gd name="adj3" fmla="val 155803"/>
              <a:gd name="adj4" fmla="val 109999"/>
              <a:gd name="adj5" fmla="val 304228"/>
              <a:gd name="adj6" fmla="val 118666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/>
              <a:t>42.8k</a:t>
            </a:r>
          </a:p>
          <a:p>
            <a:pPr algn="r"/>
            <a:r>
              <a:rPr lang="en-GB" sz="1100" dirty="0"/>
              <a:t>Mar27</a:t>
            </a:r>
          </a:p>
        </p:txBody>
      </p:sp>
    </p:spTree>
    <p:extLst>
      <p:ext uri="{BB962C8B-B14F-4D97-AF65-F5344CB8AC3E}">
        <p14:creationId xmlns:p14="http://schemas.microsoft.com/office/powerpoint/2010/main" val="3338095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518A4-B15E-5184-27F7-333B9361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7822-55E9-F2A2-EFFC-29AF2754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A4F66-D766-4FAF-563F-53AAADCBAF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The elective waiting list challenge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data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source</a:t>
            </a:r>
          </a:p>
          <a:p>
            <a:r>
              <a:rPr lang="en-GB" b="0" dirty="0"/>
              <a:t>Open tool</a:t>
            </a:r>
          </a:p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Collaboration</a:t>
            </a:r>
          </a:p>
          <a:p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7998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CF50-8EF4-5E6F-7F0A-0613DEF6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7A241-AD56-76CF-2FBC-43ECD0F5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E561C0-EAB6-447E-221A-21006D154B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The elective waiting list challenge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data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source</a:t>
            </a:r>
          </a:p>
          <a:p>
            <a:pPr>
              <a:buClr>
                <a:schemeClr val="accent3"/>
              </a:buClr>
              <a:buFont typeface="Wingdings" panose="05000000000000000000" pitchFamily="2" charset="2"/>
              <a:buChar char="ü"/>
            </a:pPr>
            <a:r>
              <a:rPr lang="en-GB" b="0" dirty="0"/>
              <a:t>Open tool</a:t>
            </a:r>
          </a:p>
          <a:p>
            <a:r>
              <a:rPr lang="en-GB" b="0" dirty="0">
                <a:solidFill>
                  <a:schemeClr val="bg1">
                    <a:lumMod val="65000"/>
                  </a:schemeClr>
                </a:solidFill>
              </a:rPr>
              <a:t>Collaboration</a:t>
            </a:r>
          </a:p>
          <a:p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157971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F277-BB36-B9E9-5CC5-1E3CCEDC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0CA865-03D0-F848-421D-6AF7E32D7035}"/>
              </a:ext>
            </a:extLst>
          </p:cNvPr>
          <p:cNvCxnSpPr/>
          <p:nvPr/>
        </p:nvCxnSpPr>
        <p:spPr>
          <a:xfrm flipV="1">
            <a:off x="5120145" y="2680105"/>
            <a:ext cx="2268232" cy="7200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Hexagon 7">
            <a:extLst>
              <a:ext uri="{FF2B5EF4-FFF2-40B4-BE49-F238E27FC236}">
                <a16:creationId xmlns:a16="http://schemas.microsoft.com/office/drawing/2014/main" id="{B5FED3B6-DA7B-CC97-9362-957F0C9C3D8E}"/>
              </a:ext>
            </a:extLst>
          </p:cNvPr>
          <p:cNvSpPr/>
          <p:nvPr/>
        </p:nvSpPr>
        <p:spPr>
          <a:xfrm>
            <a:off x="5279571" y="3189515"/>
            <a:ext cx="1502229" cy="1382485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u="sng" dirty="0"/>
              <a:t>Coordination</a:t>
            </a:r>
          </a:p>
          <a:p>
            <a:pPr algn="ctr"/>
            <a:r>
              <a:rPr lang="en-GB" sz="1100" dirty="0"/>
              <a:t>SW DSN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F5700EEC-4CEB-9EB1-48DA-4B3FA6B90004}"/>
              </a:ext>
            </a:extLst>
          </p:cNvPr>
          <p:cNvSpPr/>
          <p:nvPr/>
        </p:nvSpPr>
        <p:spPr>
          <a:xfrm>
            <a:off x="5279571" y="1643017"/>
            <a:ext cx="1502229" cy="1382485"/>
          </a:xfrm>
          <a:prstGeom prst="hexagon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u="sng" dirty="0"/>
              <a:t>Concept</a:t>
            </a:r>
          </a:p>
          <a:p>
            <a:pPr algn="ctr"/>
            <a:r>
              <a:rPr lang="en-GB" sz="1200" dirty="0"/>
              <a:t>Devon and BNSSG ICBs</a:t>
            </a:r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8CDFCBD7-1AA3-AADA-B5A3-ADF271C628E1}"/>
              </a:ext>
            </a:extLst>
          </p:cNvPr>
          <p:cNvSpPr/>
          <p:nvPr/>
        </p:nvSpPr>
        <p:spPr>
          <a:xfrm>
            <a:off x="6588630" y="2416266"/>
            <a:ext cx="1502229" cy="1382485"/>
          </a:xfrm>
          <a:prstGeom prst="hexag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u="sng" dirty="0" err="1"/>
              <a:t>Reqs</a:t>
            </a:r>
            <a:r>
              <a:rPr lang="en-GB" sz="1200" u="sng" dirty="0"/>
              <a:t> &amp; feedback</a:t>
            </a:r>
          </a:p>
          <a:p>
            <a:pPr algn="ctr"/>
            <a:r>
              <a:rPr lang="en-GB" sz="1200" dirty="0"/>
              <a:t>Trusts</a:t>
            </a:r>
          </a:p>
          <a:p>
            <a:pPr algn="ctr"/>
            <a:r>
              <a:rPr lang="en-GB" sz="1200" dirty="0"/>
              <a:t>ICBs </a:t>
            </a:r>
          </a:p>
          <a:p>
            <a:pPr algn="ctr"/>
            <a:r>
              <a:rPr lang="en-GB" sz="1200" dirty="0"/>
              <a:t>NHSE SW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A490993E-2B12-E594-5BEE-E5CAF0419703}"/>
              </a:ext>
            </a:extLst>
          </p:cNvPr>
          <p:cNvSpPr/>
          <p:nvPr/>
        </p:nvSpPr>
        <p:spPr>
          <a:xfrm>
            <a:off x="3970512" y="2416266"/>
            <a:ext cx="1502229" cy="1382485"/>
          </a:xfrm>
          <a:prstGeom prst="hex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u="sng" dirty="0"/>
              <a:t>Theory</a:t>
            </a:r>
          </a:p>
          <a:p>
            <a:pPr algn="ctr"/>
            <a:r>
              <a:rPr lang="en-GB" sz="1100" dirty="0"/>
              <a:t>BNSSG</a:t>
            </a:r>
          </a:p>
          <a:p>
            <a:pPr algn="ctr"/>
            <a:r>
              <a:rPr lang="en-GB" sz="1100" dirty="0"/>
              <a:t>Durham Uni</a:t>
            </a:r>
          </a:p>
          <a:p>
            <a:pPr algn="ctr"/>
            <a:r>
              <a:rPr lang="en-GB" sz="1100" dirty="0"/>
              <a:t>Strategy Unit</a:t>
            </a:r>
          </a:p>
          <a:p>
            <a:pPr algn="ctr"/>
            <a:r>
              <a:rPr lang="en-GB" sz="1100" dirty="0"/>
              <a:t>Devon ICB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990E4260-E539-2E37-5D2C-AA0951FA1385}"/>
              </a:ext>
            </a:extLst>
          </p:cNvPr>
          <p:cNvSpPr/>
          <p:nvPr/>
        </p:nvSpPr>
        <p:spPr>
          <a:xfrm>
            <a:off x="6588629" y="3962764"/>
            <a:ext cx="1502229" cy="1382485"/>
          </a:xfrm>
          <a:prstGeom prst="hexagon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u="sng" dirty="0"/>
              <a:t>Dev</a:t>
            </a:r>
          </a:p>
          <a:p>
            <a:pPr algn="ctr"/>
            <a:r>
              <a:rPr lang="en-GB" sz="1200" dirty="0"/>
              <a:t>BNSSG</a:t>
            </a:r>
          </a:p>
          <a:p>
            <a:pPr algn="ctr"/>
            <a:r>
              <a:rPr lang="en-GB" sz="1200" dirty="0"/>
              <a:t>SW DSN</a:t>
            </a:r>
          </a:p>
          <a:p>
            <a:pPr algn="ctr"/>
            <a:r>
              <a:rPr lang="en-GB" sz="1200" dirty="0"/>
              <a:t>NHSE SW</a:t>
            </a:r>
          </a:p>
          <a:p>
            <a:pPr algn="ctr"/>
            <a:r>
              <a:rPr lang="en-GB" sz="1200" dirty="0" err="1"/>
              <a:t>Glouc</a:t>
            </a:r>
            <a:r>
              <a:rPr lang="en-GB" sz="1200" dirty="0"/>
              <a:t>. ICB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C834BFFB-B5DF-ADC8-9B32-E109CE4A1B51}"/>
              </a:ext>
            </a:extLst>
          </p:cNvPr>
          <p:cNvSpPr/>
          <p:nvPr/>
        </p:nvSpPr>
        <p:spPr>
          <a:xfrm>
            <a:off x="3970512" y="3962764"/>
            <a:ext cx="1502229" cy="1382485"/>
          </a:xfrm>
          <a:prstGeom prst="hexagon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u="sng" dirty="0"/>
              <a:t>Future strategy</a:t>
            </a:r>
          </a:p>
          <a:p>
            <a:pPr algn="ctr"/>
            <a:r>
              <a:rPr lang="en-GB" sz="1100" dirty="0"/>
              <a:t>BNSSG</a:t>
            </a:r>
          </a:p>
          <a:p>
            <a:pPr algn="ctr"/>
            <a:r>
              <a:rPr lang="en-GB" sz="1100" dirty="0"/>
              <a:t>Durham Uni</a:t>
            </a:r>
          </a:p>
          <a:p>
            <a:pPr algn="ctr"/>
            <a:r>
              <a:rPr lang="en-GB" sz="1100" dirty="0"/>
              <a:t>Strategy Unit</a:t>
            </a:r>
          </a:p>
          <a:p>
            <a:pPr algn="ctr"/>
            <a:r>
              <a:rPr lang="en-GB" sz="1100" dirty="0"/>
              <a:t>NHSE</a:t>
            </a:r>
          </a:p>
          <a:p>
            <a:pPr algn="ctr"/>
            <a:r>
              <a:rPr lang="en-GB" sz="1100" dirty="0"/>
              <a:t>No. 10</a:t>
            </a: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0D4DE2F1-EFD7-770F-3554-B36D2094E1E7}"/>
              </a:ext>
            </a:extLst>
          </p:cNvPr>
          <p:cNvSpPr/>
          <p:nvPr/>
        </p:nvSpPr>
        <p:spPr>
          <a:xfrm>
            <a:off x="5279571" y="4736013"/>
            <a:ext cx="1502229" cy="1382485"/>
          </a:xfrm>
          <a:prstGeom prst="hexagon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u="sng" dirty="0">
                <a:solidFill>
                  <a:schemeClr val="tx1"/>
                </a:solidFill>
              </a:rPr>
              <a:t>Comms</a:t>
            </a: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BNSSG</a:t>
            </a: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Analyst X</a:t>
            </a: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NHSR</a:t>
            </a: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Strategy Unit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ACE5C-64E6-7219-F1A7-523DCBD7494A}"/>
              </a:ext>
            </a:extLst>
          </p:cNvPr>
          <p:cNvSpPr txBox="1">
            <a:spLocks/>
          </p:cNvSpPr>
          <p:nvPr/>
        </p:nvSpPr>
        <p:spPr>
          <a:xfrm>
            <a:off x="763695" y="534458"/>
            <a:ext cx="105156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sz="4500" b="1" i="0" kern="1200" spc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Collaboration</a:t>
            </a:r>
          </a:p>
        </p:txBody>
      </p:sp>
    </p:spTree>
    <p:extLst>
      <p:ext uri="{BB962C8B-B14F-4D97-AF65-F5344CB8AC3E}">
        <p14:creationId xmlns:p14="http://schemas.microsoft.com/office/powerpoint/2010/main" val="88272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9770A0-F40B-259D-358E-6FBFC14EAA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578" y="4280571"/>
            <a:ext cx="8361765" cy="1370215"/>
          </a:xfrm>
        </p:spPr>
        <p:txBody>
          <a:bodyPr>
            <a:normAutofit/>
          </a:bodyPr>
          <a:lstStyle/>
          <a:p>
            <a:r>
              <a:rPr lang="en-US" sz="1800" dirty="0"/>
              <a:t>Contact:</a:t>
            </a:r>
          </a:p>
          <a:p>
            <a:r>
              <a:rPr lang="en-US" sz="1800" dirty="0"/>
              <a:t>Dr Rich Wood and Sebastian Fox</a:t>
            </a:r>
          </a:p>
          <a:p>
            <a:r>
              <a:rPr lang="en-US" sz="1800" b="0" dirty="0">
                <a:hlinkClick r:id="rId2"/>
              </a:rPr>
              <a:t>Rich.wood16@nhs.net</a:t>
            </a:r>
            <a:r>
              <a:rPr lang="en-US" sz="1800" b="0" dirty="0"/>
              <a:t> &amp; </a:t>
            </a:r>
          </a:p>
          <a:p>
            <a:r>
              <a:rPr lang="en-US" sz="1800" b="0" dirty="0">
                <a:hlinkClick r:id="rId3"/>
              </a:rPr>
              <a:t>Sebastian.fox3@nhs.net</a:t>
            </a:r>
            <a:r>
              <a:rPr lang="en-US" sz="1800" b="0" dirty="0"/>
              <a:t> or </a:t>
            </a:r>
            <a:r>
              <a:rPr lang="en-US" sz="1800" b="0" dirty="0">
                <a:hlinkClick r:id="rId4"/>
              </a:rPr>
              <a:t>Sebastian.fox@dhsc.gov.uk</a:t>
            </a:r>
            <a:r>
              <a:rPr lang="en-US" sz="1800" b="0" dirty="0"/>
              <a:t> (from 8</a:t>
            </a:r>
            <a:r>
              <a:rPr lang="en-US" sz="1800" b="0" baseline="30000" dirty="0"/>
              <a:t>th</a:t>
            </a:r>
            <a:r>
              <a:rPr lang="en-US" sz="1800" b="0" dirty="0"/>
              <a:t> December) </a:t>
            </a: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26281-2E02-C063-E3A9-AB7FA9845B5B}"/>
              </a:ext>
            </a:extLst>
          </p:cNvPr>
          <p:cNvSpPr txBox="1"/>
          <p:nvPr/>
        </p:nvSpPr>
        <p:spPr>
          <a:xfrm>
            <a:off x="195943" y="5650786"/>
            <a:ext cx="11996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solidFill>
                  <a:schemeClr val="accent6"/>
                </a:solidFill>
              </a:rPr>
              <a:t>Access the tool: </a:t>
            </a:r>
            <a:r>
              <a:rPr lang="en-GB" dirty="0">
                <a:solidFill>
                  <a:schemeClr val="accent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https://connect.strategyunitwm.nhs.uk/rtt_compartmental_modelling/</a:t>
            </a:r>
            <a:r>
              <a:rPr lang="en-GB" dirty="0">
                <a:solidFill>
                  <a:schemeClr val="accent6"/>
                </a:solidFill>
              </a:rPr>
              <a:t> </a:t>
            </a:r>
          </a:p>
          <a:p>
            <a:pPr algn="r"/>
            <a:r>
              <a:rPr lang="en-GB" dirty="0">
                <a:solidFill>
                  <a:schemeClr val="accent6"/>
                </a:solidFill>
              </a:rPr>
              <a:t>See our recent blog: </a:t>
            </a:r>
            <a:r>
              <a:rPr lang="en-GB" dirty="0">
                <a:solidFill>
                  <a:schemeClr val="accent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https://nhsrcommunity.com/blog/collaborative-working-rtt-planner.html</a:t>
            </a:r>
            <a:r>
              <a:rPr lang="en-GB" dirty="0">
                <a:solidFill>
                  <a:schemeClr val="accent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717570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Custom 1">
      <a:dk1>
        <a:srgbClr val="1C1F62"/>
      </a:dk1>
      <a:lt1>
        <a:srgbClr val="FFFFFF"/>
      </a:lt1>
      <a:dk2>
        <a:srgbClr val="1C1F62"/>
      </a:dk2>
      <a:lt2>
        <a:srgbClr val="FFFAED"/>
      </a:lt2>
      <a:accent1>
        <a:srgbClr val="E06CFF"/>
      </a:accent1>
      <a:accent2>
        <a:srgbClr val="BEFE45"/>
      </a:accent2>
      <a:accent3>
        <a:srgbClr val="0DCFFA"/>
      </a:accent3>
      <a:accent4>
        <a:srgbClr val="8504E3"/>
      </a:accent4>
      <a:accent5>
        <a:srgbClr val="00AD5F"/>
      </a:accent5>
      <a:accent6>
        <a:srgbClr val="045EDA"/>
      </a:accent6>
      <a:hlink>
        <a:srgbClr val="1C1F62"/>
      </a:hlink>
      <a:folHlink>
        <a:srgbClr val="1C1F6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ealthier Together PowerPoint template with ICB.pptx  -  Read-Only" id="{62D515E2-082A-45E5-8708-A39CDFD9804E}" vid="{8032439B-0690-4278-8C78-225CAA1E0864}"/>
    </a:ext>
  </a:extLst>
</a:theme>
</file>

<file path=ppt/theme/theme2.xml><?xml version="1.0" encoding="utf-8"?>
<a:theme xmlns:a="http://schemas.openxmlformats.org/drawingml/2006/main" name="End Slide">
  <a:themeElements>
    <a:clrScheme name="NHS">
      <a:dk1>
        <a:srgbClr val="1C1F62"/>
      </a:dk1>
      <a:lt1>
        <a:srgbClr val="FFFFFF"/>
      </a:lt1>
      <a:dk2>
        <a:srgbClr val="1C1F62"/>
      </a:dk2>
      <a:lt2>
        <a:srgbClr val="FFFAED"/>
      </a:lt2>
      <a:accent1>
        <a:srgbClr val="E06CFF"/>
      </a:accent1>
      <a:accent2>
        <a:srgbClr val="BEFE45"/>
      </a:accent2>
      <a:accent3>
        <a:srgbClr val="0DCFFA"/>
      </a:accent3>
      <a:accent4>
        <a:srgbClr val="8504E3"/>
      </a:accent4>
      <a:accent5>
        <a:srgbClr val="00AD5F"/>
      </a:accent5>
      <a:accent6>
        <a:srgbClr val="045EDA"/>
      </a:accent6>
      <a:hlink>
        <a:srgbClr val="1C1F62"/>
      </a:hlink>
      <a:folHlink>
        <a:srgbClr val="1C1F6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ealthier Together PowerPoint template with ICB.pptx  -  Read-Only" id="{62D515E2-082A-45E5-8708-A39CDFD9804E}" vid="{F277B1AF-5C8A-46A0-A86C-3B61A1552CD7}"/>
    </a:ext>
  </a:extLst>
</a:theme>
</file>

<file path=ppt/theme/theme3.xml><?xml version="1.0" encoding="utf-8"?>
<a:theme xmlns:a="http://schemas.openxmlformats.org/drawingml/2006/main" name="Section Slides">
  <a:themeElements>
    <a:clrScheme name="NHS">
      <a:dk1>
        <a:srgbClr val="1C1F62"/>
      </a:dk1>
      <a:lt1>
        <a:srgbClr val="FFFFFF"/>
      </a:lt1>
      <a:dk2>
        <a:srgbClr val="1C1F62"/>
      </a:dk2>
      <a:lt2>
        <a:srgbClr val="FFFAED"/>
      </a:lt2>
      <a:accent1>
        <a:srgbClr val="E06CFF"/>
      </a:accent1>
      <a:accent2>
        <a:srgbClr val="BEFE45"/>
      </a:accent2>
      <a:accent3>
        <a:srgbClr val="0DCFFA"/>
      </a:accent3>
      <a:accent4>
        <a:srgbClr val="8504E3"/>
      </a:accent4>
      <a:accent5>
        <a:srgbClr val="00AD5F"/>
      </a:accent5>
      <a:accent6>
        <a:srgbClr val="045EDA"/>
      </a:accent6>
      <a:hlink>
        <a:srgbClr val="1C1F62"/>
      </a:hlink>
      <a:folHlink>
        <a:srgbClr val="1C1F6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ealthier Together PowerPoint template with ICB.pptx  -  Read-Only" id="{62D515E2-082A-45E5-8708-A39CDFD9804E}" vid="{8A737715-4868-4D8B-9357-4815505A2D9E}"/>
    </a:ext>
  </a:extLst>
</a:theme>
</file>

<file path=ppt/theme/theme4.xml><?xml version="1.0" encoding="utf-8"?>
<a:theme xmlns:a="http://schemas.openxmlformats.org/drawingml/2006/main" name="Body Slides">
  <a:themeElements>
    <a:clrScheme name="Custom 2">
      <a:dk1>
        <a:srgbClr val="1C1F62"/>
      </a:dk1>
      <a:lt1>
        <a:srgbClr val="FFFFFF"/>
      </a:lt1>
      <a:dk2>
        <a:srgbClr val="1C1F62"/>
      </a:dk2>
      <a:lt2>
        <a:srgbClr val="FFFAED"/>
      </a:lt2>
      <a:accent1>
        <a:srgbClr val="8504E3"/>
      </a:accent1>
      <a:accent2>
        <a:srgbClr val="045EDA"/>
      </a:accent2>
      <a:accent3>
        <a:srgbClr val="00AD5F"/>
      </a:accent3>
      <a:accent4>
        <a:srgbClr val="E06CFF"/>
      </a:accent4>
      <a:accent5>
        <a:srgbClr val="BEFE45"/>
      </a:accent5>
      <a:accent6>
        <a:srgbClr val="0DCFFA"/>
      </a:accent6>
      <a:hlink>
        <a:srgbClr val="1C1F62"/>
      </a:hlink>
      <a:folHlink>
        <a:srgbClr val="1C1F62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althier Together PowerPoint template with ICB.pptx  -  Read-Only" id="{62D515E2-082A-45E5-8708-A39CDFD9804E}" vid="{843C4E3B-C95A-4F13-A7F0-96A1476954A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227FA4040FC24A80A63F4C2205E1CD" ma:contentTypeVersion="16" ma:contentTypeDescription="Create a new document." ma:contentTypeScope="" ma:versionID="863989d41c3f6d4bf26cb3400801d13a">
  <xsd:schema xmlns:xsd="http://www.w3.org/2001/XMLSchema" xmlns:xs="http://www.w3.org/2001/XMLSchema" xmlns:p="http://schemas.microsoft.com/office/2006/metadata/properties" xmlns:ns2="9481131a-5ef9-4c1f-b17b-99b9c4b05bfc" xmlns:ns3="321487e1-d70a-4ac7-a45d-cb1aeb6d772e" targetNamespace="http://schemas.microsoft.com/office/2006/metadata/properties" ma:root="true" ma:fieldsID="5c90ab8f5065901e82a2cf77f49cff08" ns2:_="" ns3:_="">
    <xsd:import namespace="9481131a-5ef9-4c1f-b17b-99b9c4b05bfc"/>
    <xsd:import namespace="321487e1-d70a-4ac7-a45d-cb1aeb6d77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81131a-5ef9-4c1f-b17b-99b9c4b05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1487e1-d70a-4ac7-a45d-cb1aeb6d7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28cb318-8806-40fa-b3cd-d3ee06e44939}" ma:internalName="TaxCatchAll" ma:showField="CatchAllData" ma:web="321487e1-d70a-4ac7-a45d-cb1aeb6d7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481131a-5ef9-4c1f-b17b-99b9c4b05bfc">
      <Terms xmlns="http://schemas.microsoft.com/office/infopath/2007/PartnerControls"/>
    </lcf76f155ced4ddcb4097134ff3c332f>
    <TaxCatchAll xmlns="321487e1-d70a-4ac7-a45d-cb1aeb6d772e" xsi:nil="true"/>
    <SharedWithUsers xmlns="321487e1-d70a-4ac7-a45d-cb1aeb6d772e">
      <UserInfo>
        <DisplayName>MIDDA, Janette (NHS BRISTOL, NORTH SOMERSET AND SOUTH GLOUCESTERSHIRE ICB - 15C)</DisplayName>
        <AccountId>171</AccountId>
        <AccountType/>
      </UserInfo>
      <UserInfo>
        <DisplayName>HAVERGAL, Naomi (NHS BRISTOL, NORTH SOMERSET AND SOUTH GLOUCESTERSHIRE ICB - 15C)</DisplayName>
        <AccountId>65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27C522-35B8-40C5-8FEF-1A9E344F893A}">
  <ds:schemaRefs>
    <ds:schemaRef ds:uri="321487e1-d70a-4ac7-a45d-cb1aeb6d772e"/>
    <ds:schemaRef ds:uri="9481131a-5ef9-4c1f-b17b-99b9c4b05b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A3BB7FB-BD89-47DF-9FB1-3F904DBEB2A1}">
  <ds:schemaRefs>
    <ds:schemaRef ds:uri="http://www.w3.org/XML/1998/namespace"/>
    <ds:schemaRef ds:uri="9481131a-5ef9-4c1f-b17b-99b9c4b05bfc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321487e1-d70a-4ac7-a45d-cb1aeb6d772e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B5B47CC-B35C-4B2B-96E5-ADE35E9132A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Healthier Together</Template>
  <TotalTime>835</TotalTime>
  <Words>706</Words>
  <Application>Microsoft Office PowerPoint</Application>
  <PresentationFormat>Widescreen</PresentationFormat>
  <Paragraphs>203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Wingdings</vt:lpstr>
      <vt:lpstr>Title Slides</vt:lpstr>
      <vt:lpstr>End Slide</vt:lpstr>
      <vt:lpstr>Section Slides</vt:lpstr>
      <vt:lpstr>Body Slides</vt:lpstr>
      <vt:lpstr>Using open data and open source code to create an open elective waiting lists modelling tool (RTT Planner)</vt:lpstr>
      <vt:lpstr>Outline</vt:lpstr>
      <vt:lpstr>Outline</vt:lpstr>
      <vt:lpstr>PowerPoint Presentation</vt:lpstr>
      <vt:lpstr>Why is this a problem?</vt:lpstr>
      <vt:lpstr>Anatomy of a waiting list</vt:lpstr>
      <vt:lpstr>Modelling mechanics</vt:lpstr>
      <vt:lpstr>Open data</vt:lpstr>
      <vt:lpstr>Outline</vt:lpstr>
      <vt:lpstr>Outline</vt:lpstr>
      <vt:lpstr>PowerPoint Presentation</vt:lpstr>
      <vt:lpstr>Open source</vt:lpstr>
      <vt:lpstr>Issues</vt:lpstr>
      <vt:lpstr>Outline</vt:lpstr>
      <vt:lpstr>Outline</vt:lpstr>
      <vt:lpstr>Live demo…</vt:lpstr>
      <vt:lpstr>Cambridge University Hospitals – Total specialties</vt:lpstr>
      <vt:lpstr>PowerPoint Presentation</vt:lpstr>
      <vt:lpstr>Cambridge University Hospitals – Total specialties</vt:lpstr>
      <vt:lpstr>Outline</vt:lpstr>
      <vt:lpstr>Outline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FOX, Sebastian (NHS BRISTOL, NORTH SOMERSET AND SOUTH GLOUCESTERSHIRE ICB - 15C)</dc:creator>
  <cp:lastModifiedBy>FOX, Sebastian (NHS BRISTOL, NORTH SOMERSET AND SOUTH GLOUCESTERSHIRE ICB - 15C)</cp:lastModifiedBy>
  <cp:revision>10</cp:revision>
  <dcterms:created xsi:type="dcterms:W3CDTF">2025-11-03T16:10:20Z</dcterms:created>
  <dcterms:modified xsi:type="dcterms:W3CDTF">2025-11-17T09:22:10Z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0x01010013227FA4040FC24A80A63F4C2205E1CD</vt:lpwstr>
  </property>
  <property fmtid="{D5CDD505-2E9C-101B-9397-08002B2CF9AE}" pid="3" name="MediaServiceImageTags">
    <vt:lpwstr/>
  </property>
</Properties>
</file>