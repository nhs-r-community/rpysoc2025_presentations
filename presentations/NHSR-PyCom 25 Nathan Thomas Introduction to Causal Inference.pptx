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2" r:id="rId4"/>
    <p:sldMasterId id="2147483704" r:id="rId5"/>
  </p:sldMasterIdLst>
  <p:notesMasterIdLst>
    <p:notesMasterId r:id="rId22"/>
  </p:notesMasterIdLst>
  <p:handoutMasterIdLst>
    <p:handoutMasterId r:id="rId23"/>
  </p:handoutMasterIdLst>
  <p:sldIdLst>
    <p:sldId id="256" r:id="rId6"/>
    <p:sldId id="287" r:id="rId7"/>
    <p:sldId id="304" r:id="rId8"/>
    <p:sldId id="305" r:id="rId9"/>
    <p:sldId id="309" r:id="rId10"/>
    <p:sldId id="311" r:id="rId11"/>
    <p:sldId id="306" r:id="rId12"/>
    <p:sldId id="307" r:id="rId13"/>
    <p:sldId id="308" r:id="rId14"/>
    <p:sldId id="291" r:id="rId15"/>
    <p:sldId id="313" r:id="rId16"/>
    <p:sldId id="315" r:id="rId17"/>
    <p:sldId id="312" r:id="rId18"/>
    <p:sldId id="314" r:id="rId19"/>
    <p:sldId id="289" r:id="rId20"/>
    <p:sldId id="30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FFFF"/>
    <a:srgbClr val="EFFFFF"/>
    <a:srgbClr val="005EB8"/>
    <a:srgbClr val="CBD4E5"/>
    <a:srgbClr val="C64189"/>
    <a:srgbClr val="0069B3"/>
    <a:srgbClr val="22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270805-AEF0-425D-BB4F-3E61C0CE564A}" v="1224" dt="2025-11-03T15:12:49.502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598" autoAdjust="0"/>
  </p:normalViewPr>
  <p:slideViewPr>
    <p:cSldViewPr snapToGrid="0">
      <p:cViewPr varScale="1">
        <p:scale>
          <a:sx n="131" d="100"/>
          <a:sy n="131" d="100"/>
        </p:scale>
        <p:origin x="348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8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5"/>
    </p:cViewPr>
  </p:sorterViewPr>
  <p:notesViewPr>
    <p:cSldViewPr snapToGrid="0">
      <p:cViewPr varScale="1">
        <p:scale>
          <a:sx n="96" d="100"/>
          <a:sy n="96" d="100"/>
        </p:scale>
        <p:origin x="355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, Nathan (NHS BLACK COUNTRY ICB - D2P2L)" userId="b52d1dbc-c68e-4a7b-a681-7211b8585309" providerId="ADAL" clId="{16CAFAA7-33F8-4C1C-BB33-8D6AA775CF14}"/>
    <pc:docChg chg="undo redo custSel addSld delSld modSld sldOrd modMainMaster">
      <pc:chgData name="THOMAS, Nathan (NHS BLACK COUNTRY ICB - D2P2L)" userId="b52d1dbc-c68e-4a7b-a681-7211b8585309" providerId="ADAL" clId="{16CAFAA7-33F8-4C1C-BB33-8D6AA775CF14}" dt="2025-11-03T15:12:59.291" v="9435" actId="1076"/>
      <pc:docMkLst>
        <pc:docMk/>
      </pc:docMkLst>
      <pc:sldChg chg="modSp">
        <pc:chgData name="THOMAS, Nathan (NHS BLACK COUNTRY ICB - D2P2L)" userId="b52d1dbc-c68e-4a7b-a681-7211b8585309" providerId="ADAL" clId="{16CAFAA7-33F8-4C1C-BB33-8D6AA775CF14}" dt="2025-10-31T16:17:25.028" v="6531"/>
        <pc:sldMkLst>
          <pc:docMk/>
          <pc:sldMk cId="1633438396" sldId="256"/>
        </pc:sldMkLst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1633438396" sldId="256"/>
            <ac:spMk id="7" creationId="{53AE5B2F-2CD3-4E51-91D5-FEF8CE8FEFA9}"/>
          </ac:spMkLst>
        </pc:spChg>
        <pc:picChg chg="mod">
          <ac:chgData name="THOMAS, Nathan (NHS BLACK COUNTRY ICB - D2P2L)" userId="b52d1dbc-c68e-4a7b-a681-7211b8585309" providerId="ADAL" clId="{16CAFAA7-33F8-4C1C-BB33-8D6AA775CF14}" dt="2025-10-31T16:17:25.028" v="6531"/>
          <ac:picMkLst>
            <pc:docMk/>
            <pc:sldMk cId="1633438396" sldId="256"/>
            <ac:picMk id="11" creationId="{BC408C47-2E2A-42C6-99D2-EBED0E23C9B6}"/>
          </ac:picMkLst>
        </pc:picChg>
      </pc:sldChg>
      <pc:sldChg chg="del">
        <pc:chgData name="THOMAS, Nathan (NHS BLACK COUNTRY ICB - D2P2L)" userId="b52d1dbc-c68e-4a7b-a681-7211b8585309" providerId="ADAL" clId="{16CAFAA7-33F8-4C1C-BB33-8D6AA775CF14}" dt="2025-10-23T08:44:44.179" v="292" actId="2696"/>
        <pc:sldMkLst>
          <pc:docMk/>
          <pc:sldMk cId="3384328668" sldId="259"/>
        </pc:sldMkLst>
      </pc:sldChg>
      <pc:sldChg chg="del">
        <pc:chgData name="THOMAS, Nathan (NHS BLACK COUNTRY ICB - D2P2L)" userId="b52d1dbc-c68e-4a7b-a681-7211b8585309" providerId="ADAL" clId="{16CAFAA7-33F8-4C1C-BB33-8D6AA775CF14}" dt="2025-10-23T08:44:47.238" v="293" actId="2696"/>
        <pc:sldMkLst>
          <pc:docMk/>
          <pc:sldMk cId="3998440385" sldId="262"/>
        </pc:sldMkLst>
      </pc:sldChg>
      <pc:sldChg chg="del">
        <pc:chgData name="THOMAS, Nathan (NHS BLACK COUNTRY ICB - D2P2L)" userId="b52d1dbc-c68e-4a7b-a681-7211b8585309" providerId="ADAL" clId="{16CAFAA7-33F8-4C1C-BB33-8D6AA775CF14}" dt="2025-10-23T08:45:24.885" v="296" actId="2696"/>
        <pc:sldMkLst>
          <pc:docMk/>
          <pc:sldMk cId="2686406263" sldId="276"/>
        </pc:sldMkLst>
      </pc:sldChg>
      <pc:sldChg chg="del">
        <pc:chgData name="THOMAS, Nathan (NHS BLACK COUNTRY ICB - D2P2L)" userId="b52d1dbc-c68e-4a7b-a681-7211b8585309" providerId="ADAL" clId="{16CAFAA7-33F8-4C1C-BB33-8D6AA775CF14}" dt="2025-10-31T16:16:50.305" v="6529" actId="2696"/>
        <pc:sldMkLst>
          <pc:docMk/>
          <pc:sldMk cId="1482028902" sldId="281"/>
        </pc:sldMkLst>
      </pc:sldChg>
      <pc:sldChg chg="delSp modSp mod">
        <pc:chgData name="THOMAS, Nathan (NHS BLACK COUNTRY ICB - D2P2L)" userId="b52d1dbc-c68e-4a7b-a681-7211b8585309" providerId="ADAL" clId="{16CAFAA7-33F8-4C1C-BB33-8D6AA775CF14}" dt="2025-11-03T15:12:20.659" v="9431" actId="20577"/>
        <pc:sldMkLst>
          <pc:docMk/>
          <pc:sldMk cId="683725505" sldId="287"/>
        </pc:sldMkLst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683725505" sldId="287"/>
            <ac:spMk id="4" creationId="{A5BB3454-C461-4318-8C59-919AC8FD3CDF}"/>
          </ac:spMkLst>
        </pc:spChg>
        <pc:spChg chg="mod">
          <ac:chgData name="THOMAS, Nathan (NHS BLACK COUNTRY ICB - D2P2L)" userId="b52d1dbc-c68e-4a7b-a681-7211b8585309" providerId="ADAL" clId="{16CAFAA7-33F8-4C1C-BB33-8D6AA775CF14}" dt="2025-10-31T16:17:33.520" v="6532" actId="14100"/>
          <ac:spMkLst>
            <pc:docMk/>
            <pc:sldMk cId="683725505" sldId="287"/>
            <ac:spMk id="5" creationId="{22C7F04A-6CF6-4CF1-BAEE-2B210EFC6B58}"/>
          </ac:spMkLst>
        </pc:spChg>
        <pc:spChg chg="mod">
          <ac:chgData name="THOMAS, Nathan (NHS BLACK COUNTRY ICB - D2P2L)" userId="b52d1dbc-c68e-4a7b-a681-7211b8585309" providerId="ADAL" clId="{16CAFAA7-33F8-4C1C-BB33-8D6AA775CF14}" dt="2025-11-03T15:12:20.659" v="9431" actId="20577"/>
          <ac:spMkLst>
            <pc:docMk/>
            <pc:sldMk cId="683725505" sldId="287"/>
            <ac:spMk id="6" creationId="{F35FCE68-0761-421A-922F-077DEB02E062}"/>
          </ac:spMkLst>
        </pc:spChg>
        <pc:grpChg chg="mod">
          <ac:chgData name="THOMAS, Nathan (NHS BLACK COUNTRY ICB - D2P2L)" userId="b52d1dbc-c68e-4a7b-a681-7211b8585309" providerId="ADAL" clId="{16CAFAA7-33F8-4C1C-BB33-8D6AA775CF14}" dt="2025-11-03T14:06:25.248" v="7998" actId="962"/>
          <ac:grpSpMkLst>
            <pc:docMk/>
            <pc:sldMk cId="683725505" sldId="287"/>
            <ac:grpSpMk id="25" creationId="{81D8A75F-E81D-934F-61E8-D31002283EAE}"/>
          </ac:grpSpMkLst>
        </pc:grpChg>
        <pc:grpChg chg="mod">
          <ac:chgData name="THOMAS, Nathan (NHS BLACK COUNTRY ICB - D2P2L)" userId="b52d1dbc-c68e-4a7b-a681-7211b8585309" providerId="ADAL" clId="{16CAFAA7-33F8-4C1C-BB33-8D6AA775CF14}" dt="2025-11-03T14:06:16.137" v="7997" actId="962"/>
          <ac:grpSpMkLst>
            <pc:docMk/>
            <pc:sldMk cId="683725505" sldId="287"/>
            <ac:grpSpMk id="26" creationId="{E5B95E1B-AFF7-9B41-27D1-C6AC7BE80CC9}"/>
          </ac:grpSpMkLst>
        </pc:grpChg>
        <pc:picChg chg="mod">
          <ac:chgData name="THOMAS, Nathan (NHS BLACK COUNTRY ICB - D2P2L)" userId="b52d1dbc-c68e-4a7b-a681-7211b8585309" providerId="ADAL" clId="{16CAFAA7-33F8-4C1C-BB33-8D6AA775CF14}" dt="2025-11-03T14:06:00.834" v="7996" actId="962"/>
          <ac:picMkLst>
            <pc:docMk/>
            <pc:sldMk cId="683725505" sldId="287"/>
            <ac:picMk id="1026" creationId="{98C953EF-F346-B1C6-A21A-26D4A380C76B}"/>
          </ac:picMkLst>
        </pc:picChg>
      </pc:sldChg>
      <pc:sldChg chg="del">
        <pc:chgData name="THOMAS, Nathan (NHS BLACK COUNTRY ICB - D2P2L)" userId="b52d1dbc-c68e-4a7b-a681-7211b8585309" providerId="ADAL" clId="{16CAFAA7-33F8-4C1C-BB33-8D6AA775CF14}" dt="2025-10-23T08:44:50.815" v="294" actId="2696"/>
        <pc:sldMkLst>
          <pc:docMk/>
          <pc:sldMk cId="2820735111" sldId="288"/>
        </pc:sldMkLst>
      </pc:sldChg>
      <pc:sldChg chg="addSp delSp modSp mod modAnim">
        <pc:chgData name="THOMAS, Nathan (NHS BLACK COUNTRY ICB - D2P2L)" userId="b52d1dbc-c68e-4a7b-a681-7211b8585309" providerId="ADAL" clId="{16CAFAA7-33F8-4C1C-BB33-8D6AA775CF14}" dt="2025-11-03T14:04:26.393" v="7742" actId="1076"/>
        <pc:sldMkLst>
          <pc:docMk/>
          <pc:sldMk cId="1743309060" sldId="289"/>
        </pc:sldMkLst>
        <pc:spChg chg="add mod">
          <ac:chgData name="THOMAS, Nathan (NHS BLACK COUNTRY ICB - D2P2L)" userId="b52d1dbc-c68e-4a7b-a681-7211b8585309" providerId="ADAL" clId="{16CAFAA7-33F8-4C1C-BB33-8D6AA775CF14}" dt="2025-10-31T16:25:34.539" v="6594" actId="20577"/>
          <ac:spMkLst>
            <pc:docMk/>
            <pc:sldMk cId="1743309060" sldId="289"/>
            <ac:spMk id="12" creationId="{943B98F4-2A48-6B42-1BA0-E59A932C8868}"/>
          </ac:spMkLst>
        </pc:spChg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1743309060" sldId="289"/>
            <ac:spMk id="14" creationId="{1E895843-157C-4992-8BC1-1CB6E44394E9}"/>
          </ac:spMkLst>
        </pc:spChg>
        <pc:spChg chg="add mod">
          <ac:chgData name="THOMAS, Nathan (NHS BLACK COUNTRY ICB - D2P2L)" userId="b52d1dbc-c68e-4a7b-a681-7211b8585309" providerId="ADAL" clId="{16CAFAA7-33F8-4C1C-BB33-8D6AA775CF14}" dt="2025-11-03T14:04:26.393" v="7742" actId="1076"/>
          <ac:spMkLst>
            <pc:docMk/>
            <pc:sldMk cId="1743309060" sldId="289"/>
            <ac:spMk id="15" creationId="{72F9F544-BA13-307B-ED36-D9D38F83A957}"/>
          </ac:spMkLst>
        </pc:spChg>
        <pc:picChg chg="add mod ord modCrop">
          <ac:chgData name="THOMAS, Nathan (NHS BLACK COUNTRY ICB - D2P2L)" userId="b52d1dbc-c68e-4a7b-a681-7211b8585309" providerId="ADAL" clId="{16CAFAA7-33F8-4C1C-BB33-8D6AA775CF14}" dt="2025-11-03T14:04:19.510" v="7741" actId="1076"/>
          <ac:picMkLst>
            <pc:docMk/>
            <pc:sldMk cId="1743309060" sldId="289"/>
            <ac:picMk id="9" creationId="{87CBC45B-0342-153B-6995-A13CCC918EDE}"/>
          </ac:picMkLst>
        </pc:picChg>
      </pc:sldChg>
      <pc:sldChg chg="del">
        <pc:chgData name="THOMAS, Nathan (NHS BLACK COUNTRY ICB - D2P2L)" userId="b52d1dbc-c68e-4a7b-a681-7211b8585309" providerId="ADAL" clId="{16CAFAA7-33F8-4C1C-BB33-8D6AA775CF14}" dt="2025-10-23T08:45:05.328" v="295" actId="2696"/>
        <pc:sldMkLst>
          <pc:docMk/>
          <pc:sldMk cId="220765324" sldId="290"/>
        </pc:sldMkLst>
      </pc:sldChg>
      <pc:sldChg chg="delSp modSp mod ord modAnim">
        <pc:chgData name="THOMAS, Nathan (NHS BLACK COUNTRY ICB - D2P2L)" userId="b52d1dbc-c68e-4a7b-a681-7211b8585309" providerId="ADAL" clId="{16CAFAA7-33F8-4C1C-BB33-8D6AA775CF14}" dt="2025-11-03T13:58:51.288" v="7664" actId="208"/>
        <pc:sldMkLst>
          <pc:docMk/>
          <pc:sldMk cId="1289546236" sldId="291"/>
        </pc:sldMkLst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1289546236" sldId="291"/>
            <ac:spMk id="2" creationId="{9B80F1A4-FDC6-4E36-8371-74F8E9B7F0C0}"/>
          </ac:spMkLst>
        </pc:spChg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1289546236" sldId="291"/>
            <ac:spMk id="13" creationId="{593B878A-596D-41EE-B917-67BA12651194}"/>
          </ac:spMkLst>
        </pc:spChg>
        <pc:graphicFrameChg chg="mod modGraphic">
          <ac:chgData name="THOMAS, Nathan (NHS BLACK COUNTRY ICB - D2P2L)" userId="b52d1dbc-c68e-4a7b-a681-7211b8585309" providerId="ADAL" clId="{16CAFAA7-33F8-4C1C-BB33-8D6AA775CF14}" dt="2025-11-03T13:58:51.288" v="7664" actId="208"/>
          <ac:graphicFrameMkLst>
            <pc:docMk/>
            <pc:sldMk cId="1289546236" sldId="291"/>
            <ac:graphicFrameMk id="14" creationId="{2FEBF416-9260-4E53-9F09-8553200D5747}"/>
          </ac:graphicFrameMkLst>
        </pc:graphicFrameChg>
      </pc:sldChg>
      <pc:sldChg chg="del">
        <pc:chgData name="THOMAS, Nathan (NHS BLACK COUNTRY ICB - D2P2L)" userId="b52d1dbc-c68e-4a7b-a681-7211b8585309" providerId="ADAL" clId="{16CAFAA7-33F8-4C1C-BB33-8D6AA775CF14}" dt="2025-10-23T08:45:27.778" v="297" actId="2696"/>
        <pc:sldMkLst>
          <pc:docMk/>
          <pc:sldMk cId="133507419" sldId="292"/>
        </pc:sldMkLst>
      </pc:sldChg>
      <pc:sldChg chg="del">
        <pc:chgData name="THOMAS, Nathan (NHS BLACK COUNTRY ICB - D2P2L)" userId="b52d1dbc-c68e-4a7b-a681-7211b8585309" providerId="ADAL" clId="{16CAFAA7-33F8-4C1C-BB33-8D6AA775CF14}" dt="2025-10-31T16:03:52.128" v="5862" actId="2696"/>
        <pc:sldMkLst>
          <pc:docMk/>
          <pc:sldMk cId="3093274340" sldId="302"/>
        </pc:sldMkLst>
      </pc:sldChg>
      <pc:sldChg chg="addSp delSp modSp mod">
        <pc:chgData name="THOMAS, Nathan (NHS BLACK COUNTRY ICB - D2P2L)" userId="b52d1dbc-c68e-4a7b-a681-7211b8585309" providerId="ADAL" clId="{16CAFAA7-33F8-4C1C-BB33-8D6AA775CF14}" dt="2025-10-31T16:30:45.518" v="6667" actId="478"/>
        <pc:sldMkLst>
          <pc:docMk/>
          <pc:sldMk cId="2394221011" sldId="303"/>
        </pc:sldMkLst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2394221011" sldId="303"/>
            <ac:spMk id="2" creationId="{4040E66B-357D-4937-B92F-BDC71B7BD9DB}"/>
          </ac:spMkLst>
        </pc:spChg>
        <pc:spChg chg="mod">
          <ac:chgData name="THOMAS, Nathan (NHS BLACK COUNTRY ICB - D2P2L)" userId="b52d1dbc-c68e-4a7b-a681-7211b8585309" providerId="ADAL" clId="{16CAFAA7-33F8-4C1C-BB33-8D6AA775CF14}" dt="2025-10-31T16:30:24.078" v="6661" actId="20577"/>
          <ac:spMkLst>
            <pc:docMk/>
            <pc:sldMk cId="2394221011" sldId="303"/>
            <ac:spMk id="3" creationId="{8933B907-C059-432D-9E6C-B6A08FA776A9}"/>
          </ac:spMkLst>
        </pc:spChg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2394221011" sldId="303"/>
            <ac:spMk id="6" creationId="{39ECCF82-DD52-4DF2-A97B-A6A198D3EC8E}"/>
          </ac:spMkLst>
        </pc:spChg>
      </pc:sldChg>
      <pc:sldChg chg="delSp modSp mod modAnim">
        <pc:chgData name="THOMAS, Nathan (NHS BLACK COUNTRY ICB - D2P2L)" userId="b52d1dbc-c68e-4a7b-a681-7211b8585309" providerId="ADAL" clId="{16CAFAA7-33F8-4C1C-BB33-8D6AA775CF14}" dt="2025-10-31T16:32:03.527" v="6670"/>
        <pc:sldMkLst>
          <pc:docMk/>
          <pc:sldMk cId="2539677497" sldId="304"/>
        </pc:sldMkLst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2539677497" sldId="304"/>
            <ac:spMk id="4" creationId="{180AC92F-01C4-B67A-F407-31C6BD6D6525}"/>
          </ac:spMkLst>
        </pc:spChg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2539677497" sldId="304"/>
            <ac:spMk id="5" creationId="{B0C16793-3D82-0667-A5BA-E13D4F763FE6}"/>
          </ac:spMkLst>
        </pc:spChg>
        <pc:spChg chg="mod">
          <ac:chgData name="THOMAS, Nathan (NHS BLACK COUNTRY ICB - D2P2L)" userId="b52d1dbc-c68e-4a7b-a681-7211b8585309" providerId="ADAL" clId="{16CAFAA7-33F8-4C1C-BB33-8D6AA775CF14}" dt="2025-10-31T16:18:54.051" v="6541" actId="14100"/>
          <ac:spMkLst>
            <pc:docMk/>
            <pc:sldMk cId="2539677497" sldId="304"/>
            <ac:spMk id="6" creationId="{D7C71EAA-962B-B79E-3D5E-69FA227C5104}"/>
          </ac:spMkLst>
        </pc:spChg>
      </pc:sldChg>
      <pc:sldChg chg="addSp delSp modSp add mod modAnim">
        <pc:chgData name="THOMAS, Nathan (NHS BLACK COUNTRY ICB - D2P2L)" userId="b52d1dbc-c68e-4a7b-a681-7211b8585309" providerId="ADAL" clId="{16CAFAA7-33F8-4C1C-BB33-8D6AA775CF14}" dt="2025-11-03T14:14:17.280" v="9348" actId="1076"/>
        <pc:sldMkLst>
          <pc:docMk/>
          <pc:sldMk cId="2186225739" sldId="305"/>
        </pc:sldMkLst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2186225739" sldId="305"/>
            <ac:spMk id="4" creationId="{12B08110-EAF6-87E3-B1A5-6876AF5B75DD}"/>
          </ac:spMkLst>
        </pc:spChg>
        <pc:spChg chg="mod">
          <ac:chgData name="THOMAS, Nathan (NHS BLACK COUNTRY ICB - D2P2L)" userId="b52d1dbc-c68e-4a7b-a681-7211b8585309" providerId="ADAL" clId="{16CAFAA7-33F8-4C1C-BB33-8D6AA775CF14}" dt="2025-10-22T14:53:41.605" v="22" actId="14100"/>
          <ac:spMkLst>
            <pc:docMk/>
            <pc:sldMk cId="2186225739" sldId="305"/>
            <ac:spMk id="5" creationId="{47F52317-D7BD-3F4D-8232-F12A61950C21}"/>
          </ac:spMkLst>
        </pc:spChg>
        <pc:spChg chg="add mod">
          <ac:chgData name="THOMAS, Nathan (NHS BLACK COUNTRY ICB - D2P2L)" userId="b52d1dbc-c68e-4a7b-a681-7211b8585309" providerId="ADAL" clId="{16CAFAA7-33F8-4C1C-BB33-8D6AA775CF14}" dt="2025-11-03T14:14:17.280" v="9348" actId="1076"/>
          <ac:spMkLst>
            <pc:docMk/>
            <pc:sldMk cId="2186225739" sldId="305"/>
            <ac:spMk id="6" creationId="{5C9701CC-6F33-3DD0-E437-73B239F9A865}"/>
          </ac:spMkLst>
        </pc:spChg>
        <pc:spChg chg="add mod">
          <ac:chgData name="THOMAS, Nathan (NHS BLACK COUNTRY ICB - D2P2L)" userId="b52d1dbc-c68e-4a7b-a681-7211b8585309" providerId="ADAL" clId="{16CAFAA7-33F8-4C1C-BB33-8D6AA775CF14}" dt="2025-11-03T14:13:59.066" v="9345" actId="14100"/>
          <ac:spMkLst>
            <pc:docMk/>
            <pc:sldMk cId="2186225739" sldId="305"/>
            <ac:spMk id="12" creationId="{EDC15742-A7E1-BDEB-C8C8-E096F73A2A12}"/>
          </ac:spMkLst>
        </pc:spChg>
        <pc:grpChg chg="add mod">
          <ac:chgData name="THOMAS, Nathan (NHS BLACK COUNTRY ICB - D2P2L)" userId="b52d1dbc-c68e-4a7b-a681-7211b8585309" providerId="ADAL" clId="{16CAFAA7-33F8-4C1C-BB33-8D6AA775CF14}" dt="2025-11-03T14:07:25.818" v="8354" actId="962"/>
          <ac:grpSpMkLst>
            <pc:docMk/>
            <pc:sldMk cId="2186225739" sldId="305"/>
            <ac:grpSpMk id="7" creationId="{CCBE8252-E9B8-047C-902F-38F5CB093977}"/>
          </ac:grpSpMkLst>
        </pc:grpChg>
        <pc:picChg chg="add mod">
          <ac:chgData name="THOMAS, Nathan (NHS BLACK COUNTRY ICB - D2P2L)" userId="b52d1dbc-c68e-4a7b-a681-7211b8585309" providerId="ADAL" clId="{16CAFAA7-33F8-4C1C-BB33-8D6AA775CF14}" dt="2025-10-31T16:06:55.751" v="6035" actId="164"/>
          <ac:picMkLst>
            <pc:docMk/>
            <pc:sldMk cId="2186225739" sldId="305"/>
            <ac:picMk id="14" creationId="{C8DD4A4D-A08A-7CAB-93A7-CDE8C1F0BE5C}"/>
          </ac:picMkLst>
        </pc:picChg>
      </pc:sldChg>
      <pc:sldChg chg="addSp delSp modSp add mod ord modAnim">
        <pc:chgData name="THOMAS, Nathan (NHS BLACK COUNTRY ICB - D2P2L)" userId="b52d1dbc-c68e-4a7b-a681-7211b8585309" providerId="ADAL" clId="{16CAFAA7-33F8-4C1C-BB33-8D6AA775CF14}" dt="2025-11-03T14:10:41.147" v="9037" actId="962"/>
        <pc:sldMkLst>
          <pc:docMk/>
          <pc:sldMk cId="2937550562" sldId="306"/>
        </pc:sldMkLst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2937550562" sldId="306"/>
            <ac:spMk id="4" creationId="{43016A0E-1B3C-7DD7-8545-6457F5DE8F76}"/>
          </ac:spMkLst>
        </pc:spChg>
        <pc:spChg chg="mod">
          <ac:chgData name="THOMAS, Nathan (NHS BLACK COUNTRY ICB - D2P2L)" userId="b52d1dbc-c68e-4a7b-a681-7211b8585309" providerId="ADAL" clId="{16CAFAA7-33F8-4C1C-BB33-8D6AA775CF14}" dt="2025-10-23T15:02:23.632" v="2274" actId="20577"/>
          <ac:spMkLst>
            <pc:docMk/>
            <pc:sldMk cId="2937550562" sldId="306"/>
            <ac:spMk id="5" creationId="{AC7CF0D2-6AC2-7FD8-221E-CF6FDEC7C4F0}"/>
          </ac:spMkLst>
        </pc:spChg>
        <pc:spChg chg="add mod">
          <ac:chgData name="THOMAS, Nathan (NHS BLACK COUNTRY ICB - D2P2L)" userId="b52d1dbc-c68e-4a7b-a681-7211b8585309" providerId="ADAL" clId="{16CAFAA7-33F8-4C1C-BB33-8D6AA775CF14}" dt="2025-10-31T16:12:17.885" v="6458" actId="114"/>
          <ac:spMkLst>
            <pc:docMk/>
            <pc:sldMk cId="2937550562" sldId="306"/>
            <ac:spMk id="8" creationId="{5C6B42A0-72D1-AD75-5597-239319E5B461}"/>
          </ac:spMkLst>
        </pc:spChg>
        <pc:spChg chg="mod">
          <ac:chgData name="THOMAS, Nathan (NHS BLACK COUNTRY ICB - D2P2L)" userId="b52d1dbc-c68e-4a7b-a681-7211b8585309" providerId="ADAL" clId="{16CAFAA7-33F8-4C1C-BB33-8D6AA775CF14}" dt="2025-10-31T16:12:04.142" v="6455" actId="1076"/>
          <ac:spMkLst>
            <pc:docMk/>
            <pc:sldMk cId="2937550562" sldId="306"/>
            <ac:spMk id="12" creationId="{5FD9514E-A2B6-5F6D-FB6F-A34FCAC9DE31}"/>
          </ac:spMkLst>
        </pc:spChg>
        <pc:picChg chg="add mod modCrop">
          <ac:chgData name="THOMAS, Nathan (NHS BLACK COUNTRY ICB - D2P2L)" userId="b52d1dbc-c68e-4a7b-a681-7211b8585309" providerId="ADAL" clId="{16CAFAA7-33F8-4C1C-BB33-8D6AA775CF14}" dt="2025-11-03T14:10:41.147" v="9037" actId="962"/>
          <ac:picMkLst>
            <pc:docMk/>
            <pc:sldMk cId="2937550562" sldId="306"/>
            <ac:picMk id="7" creationId="{BB1597CE-0757-D11A-1F92-664CEC2A0A97}"/>
          </ac:picMkLst>
        </pc:picChg>
      </pc:sldChg>
      <pc:sldChg chg="addSp delSp modSp add mod ord">
        <pc:chgData name="THOMAS, Nathan (NHS BLACK COUNTRY ICB - D2P2L)" userId="b52d1dbc-c68e-4a7b-a681-7211b8585309" providerId="ADAL" clId="{16CAFAA7-33F8-4C1C-BB33-8D6AA775CF14}" dt="2025-11-03T14:10:41.147" v="9037" actId="962"/>
        <pc:sldMkLst>
          <pc:docMk/>
          <pc:sldMk cId="4111489251" sldId="307"/>
        </pc:sldMkLst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4111489251" sldId="307"/>
            <ac:spMk id="4" creationId="{5ACC7CAC-3E2D-7D65-58F4-7DA173997894}"/>
          </ac:spMkLst>
        </pc:spChg>
        <pc:spChg chg="mod">
          <ac:chgData name="THOMAS, Nathan (NHS BLACK COUNTRY ICB - D2P2L)" userId="b52d1dbc-c68e-4a7b-a681-7211b8585309" providerId="ADAL" clId="{16CAFAA7-33F8-4C1C-BB33-8D6AA775CF14}" dt="2025-11-03T11:57:33.630" v="7186" actId="20577"/>
          <ac:spMkLst>
            <pc:docMk/>
            <pc:sldMk cId="4111489251" sldId="307"/>
            <ac:spMk id="5" creationId="{66BDC7FD-0976-418F-D873-486E8024DBCA}"/>
          </ac:spMkLst>
        </pc:spChg>
        <pc:spChg chg="mod">
          <ac:chgData name="THOMAS, Nathan (NHS BLACK COUNTRY ICB - D2P2L)" userId="b52d1dbc-c68e-4a7b-a681-7211b8585309" providerId="ADAL" clId="{16CAFAA7-33F8-4C1C-BB33-8D6AA775CF14}" dt="2025-10-31T14:00:25.735" v="3214" actId="20577"/>
          <ac:spMkLst>
            <pc:docMk/>
            <pc:sldMk cId="4111489251" sldId="307"/>
            <ac:spMk id="12" creationId="{0990E52E-56C4-A258-68A8-9DCF25DAF0D8}"/>
          </ac:spMkLst>
        </pc:spChg>
        <pc:picChg chg="add mod modCrop">
          <ac:chgData name="THOMAS, Nathan (NHS BLACK COUNTRY ICB - D2P2L)" userId="b52d1dbc-c68e-4a7b-a681-7211b8585309" providerId="ADAL" clId="{16CAFAA7-33F8-4C1C-BB33-8D6AA775CF14}" dt="2025-11-03T14:10:41.147" v="9037" actId="962"/>
          <ac:picMkLst>
            <pc:docMk/>
            <pc:sldMk cId="4111489251" sldId="307"/>
            <ac:picMk id="7" creationId="{F6EAB654-C8A8-A87F-24CB-66E61DFFA286}"/>
          </ac:picMkLst>
        </pc:picChg>
      </pc:sldChg>
      <pc:sldChg chg="addSp delSp modSp add mod ord">
        <pc:chgData name="THOMAS, Nathan (NHS BLACK COUNTRY ICB - D2P2L)" userId="b52d1dbc-c68e-4a7b-a681-7211b8585309" providerId="ADAL" clId="{16CAFAA7-33F8-4C1C-BB33-8D6AA775CF14}" dt="2025-11-03T14:11:37.236" v="9343" actId="962"/>
        <pc:sldMkLst>
          <pc:docMk/>
          <pc:sldMk cId="1416688484" sldId="308"/>
        </pc:sldMkLst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1416688484" sldId="308"/>
            <ac:spMk id="4" creationId="{1C61EEEC-2F5E-D2CD-DA5C-07350ECF9082}"/>
          </ac:spMkLst>
        </pc:spChg>
        <pc:spChg chg="mod">
          <ac:chgData name="THOMAS, Nathan (NHS BLACK COUNTRY ICB - D2P2L)" userId="b52d1dbc-c68e-4a7b-a681-7211b8585309" providerId="ADAL" clId="{16CAFAA7-33F8-4C1C-BB33-8D6AA775CF14}" dt="2025-10-31T14:00:45.068" v="3240" actId="20577"/>
          <ac:spMkLst>
            <pc:docMk/>
            <pc:sldMk cId="1416688484" sldId="308"/>
            <ac:spMk id="5" creationId="{603EA619-6B21-5FC4-4B1E-B3B98E624B33}"/>
          </ac:spMkLst>
        </pc:spChg>
        <pc:spChg chg="mod">
          <ac:chgData name="THOMAS, Nathan (NHS BLACK COUNTRY ICB - D2P2L)" userId="b52d1dbc-c68e-4a7b-a681-7211b8585309" providerId="ADAL" clId="{16CAFAA7-33F8-4C1C-BB33-8D6AA775CF14}" dt="2025-10-31T14:10:06.453" v="3554" actId="20577"/>
          <ac:spMkLst>
            <pc:docMk/>
            <pc:sldMk cId="1416688484" sldId="308"/>
            <ac:spMk id="12" creationId="{79FA4AB8-6F3F-E015-9BB9-DAB4AC545E19}"/>
          </ac:spMkLst>
        </pc:spChg>
        <pc:picChg chg="add mod modCrop">
          <ac:chgData name="THOMAS, Nathan (NHS BLACK COUNTRY ICB - D2P2L)" userId="b52d1dbc-c68e-4a7b-a681-7211b8585309" providerId="ADAL" clId="{16CAFAA7-33F8-4C1C-BB33-8D6AA775CF14}" dt="2025-11-03T14:11:23.620" v="9297" actId="962"/>
          <ac:picMkLst>
            <pc:docMk/>
            <pc:sldMk cId="1416688484" sldId="308"/>
            <ac:picMk id="7" creationId="{38F258BF-35CC-02A8-6045-B4110270778E}"/>
          </ac:picMkLst>
        </pc:picChg>
        <pc:picChg chg="add mod modCrop">
          <ac:chgData name="THOMAS, Nathan (NHS BLACK COUNTRY ICB - D2P2L)" userId="b52d1dbc-c68e-4a7b-a681-7211b8585309" providerId="ADAL" clId="{16CAFAA7-33F8-4C1C-BB33-8D6AA775CF14}" dt="2025-11-03T14:11:37.236" v="9343" actId="962"/>
          <ac:picMkLst>
            <pc:docMk/>
            <pc:sldMk cId="1416688484" sldId="308"/>
            <ac:picMk id="9" creationId="{FC2C5181-5C00-F71B-9A94-7CEA5D93BA6D}"/>
          </ac:picMkLst>
        </pc:picChg>
      </pc:sldChg>
      <pc:sldChg chg="addSp delSp modSp add mod delAnim modAnim">
        <pc:chgData name="THOMAS, Nathan (NHS BLACK COUNTRY ICB - D2P2L)" userId="b52d1dbc-c68e-4a7b-a681-7211b8585309" providerId="ADAL" clId="{16CAFAA7-33F8-4C1C-BB33-8D6AA775CF14}" dt="2025-11-03T15:12:59.291" v="9435" actId="1076"/>
        <pc:sldMkLst>
          <pc:docMk/>
          <pc:sldMk cId="244412464" sldId="309"/>
        </pc:sldMkLst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244412464" sldId="309"/>
            <ac:spMk id="4" creationId="{187EC85C-C29C-C52F-FEC0-86D9B56086E4}"/>
          </ac:spMkLst>
        </pc:spChg>
        <pc:spChg chg="mod">
          <ac:chgData name="THOMAS, Nathan (NHS BLACK COUNTRY ICB - D2P2L)" userId="b52d1dbc-c68e-4a7b-a681-7211b8585309" providerId="ADAL" clId="{16CAFAA7-33F8-4C1C-BB33-8D6AA775CF14}" dt="2025-10-23T08:51:45.740" v="323" actId="20577"/>
          <ac:spMkLst>
            <pc:docMk/>
            <pc:sldMk cId="244412464" sldId="309"/>
            <ac:spMk id="5" creationId="{78D07922-8241-39EA-F35C-EE02DE722C5A}"/>
          </ac:spMkLst>
        </pc:spChg>
        <pc:spChg chg="add mod">
          <ac:chgData name="THOMAS, Nathan (NHS BLACK COUNTRY ICB - D2P2L)" userId="b52d1dbc-c68e-4a7b-a681-7211b8585309" providerId="ADAL" clId="{16CAFAA7-33F8-4C1C-BB33-8D6AA775CF14}" dt="2025-10-23T14:47:09.113" v="1528" actId="1076"/>
          <ac:spMkLst>
            <pc:docMk/>
            <pc:sldMk cId="244412464" sldId="309"/>
            <ac:spMk id="6" creationId="{AF2EBF1A-AAD1-BA9A-82E4-53923418841A}"/>
          </ac:spMkLst>
        </pc:spChg>
        <pc:spChg chg="add mod">
          <ac:chgData name="THOMAS, Nathan (NHS BLACK COUNTRY ICB - D2P2L)" userId="b52d1dbc-c68e-4a7b-a681-7211b8585309" providerId="ADAL" clId="{16CAFAA7-33F8-4C1C-BB33-8D6AA775CF14}" dt="2025-10-23T14:47:20.215" v="1531" actId="1076"/>
          <ac:spMkLst>
            <pc:docMk/>
            <pc:sldMk cId="244412464" sldId="309"/>
            <ac:spMk id="7" creationId="{A5B3F3D1-0C7D-A82A-5600-8F54A4AA96ED}"/>
          </ac:spMkLst>
        </pc:spChg>
        <pc:spChg chg="add mod">
          <ac:chgData name="THOMAS, Nathan (NHS BLACK COUNTRY ICB - D2P2L)" userId="b52d1dbc-c68e-4a7b-a681-7211b8585309" providerId="ADAL" clId="{16CAFAA7-33F8-4C1C-BB33-8D6AA775CF14}" dt="2025-11-03T15:12:59.291" v="9435" actId="1076"/>
          <ac:spMkLst>
            <pc:docMk/>
            <pc:sldMk cId="244412464" sldId="309"/>
            <ac:spMk id="9" creationId="{F84B74DF-0628-668F-35EC-02794B0CE961}"/>
          </ac:spMkLst>
        </pc:spChg>
        <pc:spChg chg="mod">
          <ac:chgData name="THOMAS, Nathan (NHS BLACK COUNTRY ICB - D2P2L)" userId="b52d1dbc-c68e-4a7b-a681-7211b8585309" providerId="ADAL" clId="{16CAFAA7-33F8-4C1C-BB33-8D6AA775CF14}" dt="2025-10-23T14:48:06.290" v="1536" actId="1076"/>
          <ac:spMkLst>
            <pc:docMk/>
            <pc:sldMk cId="244412464" sldId="309"/>
            <ac:spMk id="12" creationId="{60E8E8E3-6691-47A7-A87A-1FB620B7AC95}"/>
          </ac:spMkLst>
        </pc:spChg>
      </pc:sldChg>
      <pc:sldChg chg="modSp add del mod">
        <pc:chgData name="THOMAS, Nathan (NHS BLACK COUNTRY ICB - D2P2L)" userId="b52d1dbc-c68e-4a7b-a681-7211b8585309" providerId="ADAL" clId="{16CAFAA7-33F8-4C1C-BB33-8D6AA775CF14}" dt="2025-10-31T12:00:00.325" v="2817" actId="2696"/>
        <pc:sldMkLst>
          <pc:docMk/>
          <pc:sldMk cId="3499548875" sldId="310"/>
        </pc:sldMkLst>
      </pc:sldChg>
      <pc:sldChg chg="addSp delSp modSp add mod modAnim">
        <pc:chgData name="THOMAS, Nathan (NHS BLACK COUNTRY ICB - D2P2L)" userId="b52d1dbc-c68e-4a7b-a681-7211b8585309" providerId="ADAL" clId="{16CAFAA7-33F8-4C1C-BB33-8D6AA775CF14}" dt="2025-11-03T14:07:34.370" v="8355" actId="962"/>
        <pc:sldMkLst>
          <pc:docMk/>
          <pc:sldMk cId="3964689366" sldId="311"/>
        </pc:sldMkLst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3964689366" sldId="311"/>
            <ac:spMk id="4" creationId="{80275087-6B15-D7AE-7D0A-B17B7CD6109A}"/>
          </ac:spMkLst>
        </pc:spChg>
        <pc:spChg chg="add mod">
          <ac:chgData name="THOMAS, Nathan (NHS BLACK COUNTRY ICB - D2P2L)" userId="b52d1dbc-c68e-4a7b-a681-7211b8585309" providerId="ADAL" clId="{16CAFAA7-33F8-4C1C-BB33-8D6AA775CF14}" dt="2025-10-31T16:19:54.633" v="6550" actId="207"/>
          <ac:spMkLst>
            <pc:docMk/>
            <pc:sldMk cId="3964689366" sldId="311"/>
            <ac:spMk id="6" creationId="{D3A0A9F4-8C8C-911B-53AF-955A17F057A2}"/>
          </ac:spMkLst>
        </pc:spChg>
        <pc:spChg chg="mod">
          <ac:chgData name="THOMAS, Nathan (NHS BLACK COUNTRY ICB - D2P2L)" userId="b52d1dbc-c68e-4a7b-a681-7211b8585309" providerId="ADAL" clId="{16CAFAA7-33F8-4C1C-BB33-8D6AA775CF14}" dt="2025-10-31T16:09:17.240" v="6315" actId="14100"/>
          <ac:spMkLst>
            <pc:docMk/>
            <pc:sldMk cId="3964689366" sldId="311"/>
            <ac:spMk id="12" creationId="{5D66E9D1-56BE-869E-1D04-1E3C1D837B96}"/>
          </ac:spMkLst>
        </pc:spChg>
        <pc:grpChg chg="add mod">
          <ac:chgData name="THOMAS, Nathan (NHS BLACK COUNTRY ICB - D2P2L)" userId="b52d1dbc-c68e-4a7b-a681-7211b8585309" providerId="ADAL" clId="{16CAFAA7-33F8-4C1C-BB33-8D6AA775CF14}" dt="2025-11-03T14:07:34.370" v="8355" actId="962"/>
          <ac:grpSpMkLst>
            <pc:docMk/>
            <pc:sldMk cId="3964689366" sldId="311"/>
            <ac:grpSpMk id="10" creationId="{0063DC80-A59A-143A-5482-5F2EBD799F64}"/>
          </ac:grpSpMkLst>
        </pc:grpChg>
        <pc:picChg chg="add mod">
          <ac:chgData name="THOMAS, Nathan (NHS BLACK COUNTRY ICB - D2P2L)" userId="b52d1dbc-c68e-4a7b-a681-7211b8585309" providerId="ADAL" clId="{16CAFAA7-33F8-4C1C-BB33-8D6AA775CF14}" dt="2025-10-23T12:58:00.105" v="1471" actId="14100"/>
          <ac:picMkLst>
            <pc:docMk/>
            <pc:sldMk cId="3964689366" sldId="311"/>
            <ac:picMk id="9" creationId="{36B4905C-5E55-3AD2-1EB9-C5381FB2FE4F}"/>
          </ac:picMkLst>
        </pc:picChg>
        <pc:picChg chg="add mod">
          <ac:chgData name="THOMAS, Nathan (NHS BLACK COUNTRY ICB - D2P2L)" userId="b52d1dbc-c68e-4a7b-a681-7211b8585309" providerId="ADAL" clId="{16CAFAA7-33F8-4C1C-BB33-8D6AA775CF14}" dt="2025-10-23T12:58:00.105" v="1471" actId="14100"/>
          <ac:picMkLst>
            <pc:docMk/>
            <pc:sldMk cId="3964689366" sldId="311"/>
            <ac:picMk id="1026" creationId="{08FDE461-F1F4-5C65-729D-0BCE2C2A3F3E}"/>
          </ac:picMkLst>
        </pc:picChg>
      </pc:sldChg>
      <pc:sldChg chg="addSp delSp modSp add mod ord">
        <pc:chgData name="THOMAS, Nathan (NHS BLACK COUNTRY ICB - D2P2L)" userId="b52d1dbc-c68e-4a7b-a681-7211b8585309" providerId="ADAL" clId="{16CAFAA7-33F8-4C1C-BB33-8D6AA775CF14}" dt="2025-11-03T14:03:45.705" v="7738" actId="207"/>
        <pc:sldMkLst>
          <pc:docMk/>
          <pc:sldMk cId="4248082394" sldId="312"/>
        </pc:sldMkLst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4248082394" sldId="312"/>
            <ac:spMk id="4" creationId="{DE61E0F4-2B0A-6B5E-26A2-089562194375}"/>
          </ac:spMkLst>
        </pc:spChg>
        <pc:spChg chg="mod">
          <ac:chgData name="THOMAS, Nathan (NHS BLACK COUNTRY ICB - D2P2L)" userId="b52d1dbc-c68e-4a7b-a681-7211b8585309" providerId="ADAL" clId="{16CAFAA7-33F8-4C1C-BB33-8D6AA775CF14}" dt="2025-10-31T14:47:29.758" v="4335" actId="20577"/>
          <ac:spMkLst>
            <pc:docMk/>
            <pc:sldMk cId="4248082394" sldId="312"/>
            <ac:spMk id="5" creationId="{1E58D3C9-6021-D836-002A-B942C5A34F0D}"/>
          </ac:spMkLst>
        </pc:spChg>
        <pc:graphicFrameChg chg="add mod ord modGraphic">
          <ac:chgData name="THOMAS, Nathan (NHS BLACK COUNTRY ICB - D2P2L)" userId="b52d1dbc-c68e-4a7b-a681-7211b8585309" providerId="ADAL" clId="{16CAFAA7-33F8-4C1C-BB33-8D6AA775CF14}" dt="2025-11-03T14:03:45.705" v="7738" actId="207"/>
          <ac:graphicFrameMkLst>
            <pc:docMk/>
            <pc:sldMk cId="4248082394" sldId="312"/>
            <ac:graphicFrameMk id="8" creationId="{1302CC2F-7E41-C5ED-1F01-D8B4CDF01C93}"/>
          </ac:graphicFrameMkLst>
        </pc:graphicFrameChg>
      </pc:sldChg>
      <pc:sldChg chg="addSp delSp modSp add mod ord">
        <pc:chgData name="THOMAS, Nathan (NHS BLACK COUNTRY ICB - D2P2L)" userId="b52d1dbc-c68e-4a7b-a681-7211b8585309" providerId="ADAL" clId="{16CAFAA7-33F8-4C1C-BB33-8D6AA775CF14}" dt="2025-11-03T14:31:17.811" v="9352" actId="948"/>
        <pc:sldMkLst>
          <pc:docMk/>
          <pc:sldMk cId="772239569" sldId="313"/>
        </pc:sldMkLst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772239569" sldId="313"/>
            <ac:spMk id="4" creationId="{A32CB4ED-5BB4-6BBC-0583-812C9DAB307B}"/>
          </ac:spMkLst>
        </pc:spChg>
        <pc:spChg chg="mod">
          <ac:chgData name="THOMAS, Nathan (NHS BLACK COUNTRY ICB - D2P2L)" userId="b52d1dbc-c68e-4a7b-a681-7211b8585309" providerId="ADAL" clId="{16CAFAA7-33F8-4C1C-BB33-8D6AA775CF14}" dt="2025-11-03T12:20:41.731" v="7626" actId="20577"/>
          <ac:spMkLst>
            <pc:docMk/>
            <pc:sldMk cId="772239569" sldId="313"/>
            <ac:spMk id="5" creationId="{A39D389A-C56C-553B-EE3E-CC31AD007777}"/>
          </ac:spMkLst>
        </pc:spChg>
        <pc:spChg chg="mod">
          <ac:chgData name="THOMAS, Nathan (NHS BLACK COUNTRY ICB - D2P2L)" userId="b52d1dbc-c68e-4a7b-a681-7211b8585309" providerId="ADAL" clId="{16CAFAA7-33F8-4C1C-BB33-8D6AA775CF14}" dt="2025-11-03T14:31:17.811" v="9352" actId="948"/>
          <ac:spMkLst>
            <pc:docMk/>
            <pc:sldMk cId="772239569" sldId="313"/>
            <ac:spMk id="12" creationId="{A1D62851-51B8-A6E6-76EF-6BB014505C6B}"/>
          </ac:spMkLst>
        </pc:spChg>
        <pc:picChg chg="add mod modCrop">
          <ac:chgData name="THOMAS, Nathan (NHS BLACK COUNTRY ICB - D2P2L)" userId="b52d1dbc-c68e-4a7b-a681-7211b8585309" providerId="ADAL" clId="{16CAFAA7-33F8-4C1C-BB33-8D6AA775CF14}" dt="2025-10-31T14:46:42.325" v="4302" actId="1076"/>
          <ac:picMkLst>
            <pc:docMk/>
            <pc:sldMk cId="772239569" sldId="313"/>
            <ac:picMk id="7" creationId="{611A3638-B251-3FD3-007D-69C9B6659207}"/>
          </ac:picMkLst>
        </pc:picChg>
      </pc:sldChg>
      <pc:sldChg chg="addSp delSp modSp add mod">
        <pc:chgData name="THOMAS, Nathan (NHS BLACK COUNTRY ICB - D2P2L)" userId="b52d1dbc-c68e-4a7b-a681-7211b8585309" providerId="ADAL" clId="{16CAFAA7-33F8-4C1C-BB33-8D6AA775CF14}" dt="2025-10-31T16:25:06.480" v="6585" actId="478"/>
        <pc:sldMkLst>
          <pc:docMk/>
          <pc:sldMk cId="2351896958" sldId="314"/>
        </pc:sldMkLst>
        <pc:spChg chg="mod">
          <ac:chgData name="THOMAS, Nathan (NHS BLACK COUNTRY ICB - D2P2L)" userId="b52d1dbc-c68e-4a7b-a681-7211b8585309" providerId="ADAL" clId="{16CAFAA7-33F8-4C1C-BB33-8D6AA775CF14}" dt="2025-10-31T16:17:25.028" v="6531"/>
          <ac:spMkLst>
            <pc:docMk/>
            <pc:sldMk cId="2351896958" sldId="314"/>
            <ac:spMk id="4" creationId="{B3712745-97A0-0549-B91E-98C3354CA6E1}"/>
          </ac:spMkLst>
        </pc:spChg>
        <pc:spChg chg="mod">
          <ac:chgData name="THOMAS, Nathan (NHS BLACK COUNTRY ICB - D2P2L)" userId="b52d1dbc-c68e-4a7b-a681-7211b8585309" providerId="ADAL" clId="{16CAFAA7-33F8-4C1C-BB33-8D6AA775CF14}" dt="2025-10-31T15:04:50.264" v="4676" actId="20577"/>
          <ac:spMkLst>
            <pc:docMk/>
            <pc:sldMk cId="2351896958" sldId="314"/>
            <ac:spMk id="5" creationId="{7D7D2842-7388-ADD3-5688-152EDE53B440}"/>
          </ac:spMkLst>
        </pc:spChg>
        <pc:spChg chg="add mod">
          <ac:chgData name="THOMAS, Nathan (NHS BLACK COUNTRY ICB - D2P2L)" userId="b52d1dbc-c68e-4a7b-a681-7211b8585309" providerId="ADAL" clId="{16CAFAA7-33F8-4C1C-BB33-8D6AA775CF14}" dt="2025-10-31T16:16:05.467" v="6528" actId="20577"/>
          <ac:spMkLst>
            <pc:docMk/>
            <pc:sldMk cId="2351896958" sldId="314"/>
            <ac:spMk id="9" creationId="{2A8D68BB-ACC1-0300-6E50-AF6064B43732}"/>
          </ac:spMkLst>
        </pc:spChg>
      </pc:sldChg>
      <pc:sldChg chg="delSp modSp add mod ord modAnim">
        <pc:chgData name="THOMAS, Nathan (NHS BLACK COUNTRY ICB - D2P2L)" userId="b52d1dbc-c68e-4a7b-a681-7211b8585309" providerId="ADAL" clId="{16CAFAA7-33F8-4C1C-BB33-8D6AA775CF14}" dt="2025-10-31T16:51:32.779" v="7174"/>
        <pc:sldMkLst>
          <pc:docMk/>
          <pc:sldMk cId="1008825079" sldId="315"/>
        </pc:sldMkLst>
        <pc:spChg chg="mod">
          <ac:chgData name="THOMAS, Nathan (NHS BLACK COUNTRY ICB - D2P2L)" userId="b52d1dbc-c68e-4a7b-a681-7211b8585309" providerId="ADAL" clId="{16CAFAA7-33F8-4C1C-BB33-8D6AA775CF14}" dt="2025-10-31T16:48:09.776" v="6724" actId="20577"/>
          <ac:spMkLst>
            <pc:docMk/>
            <pc:sldMk cId="1008825079" sldId="315"/>
            <ac:spMk id="5" creationId="{B3DEC37B-BFB9-34D8-813E-16195094DC37}"/>
          </ac:spMkLst>
        </pc:spChg>
        <pc:spChg chg="mod">
          <ac:chgData name="THOMAS, Nathan (NHS BLACK COUNTRY ICB - D2P2L)" userId="b52d1dbc-c68e-4a7b-a681-7211b8585309" providerId="ADAL" clId="{16CAFAA7-33F8-4C1C-BB33-8D6AA775CF14}" dt="2025-10-31T16:51:07.187" v="7172" actId="20577"/>
          <ac:spMkLst>
            <pc:docMk/>
            <pc:sldMk cId="1008825079" sldId="315"/>
            <ac:spMk id="12" creationId="{0378C133-99B6-BF9E-ED28-92172D4AA6EE}"/>
          </ac:spMkLst>
        </pc:spChg>
      </pc:sldChg>
      <pc:sldMasterChg chg="modSldLayout">
        <pc:chgData name="THOMAS, Nathan (NHS BLACK COUNTRY ICB - D2P2L)" userId="b52d1dbc-c68e-4a7b-a681-7211b8585309" providerId="ADAL" clId="{16CAFAA7-33F8-4C1C-BB33-8D6AA775CF14}" dt="2025-10-31T16:30:12.116" v="6660"/>
        <pc:sldMasterMkLst>
          <pc:docMk/>
          <pc:sldMasterMk cId="316732858" sldId="2147483662"/>
        </pc:sldMasterMkLst>
        <pc:sldLayoutChg chg="delSp mod">
          <pc:chgData name="THOMAS, Nathan (NHS BLACK COUNTRY ICB - D2P2L)" userId="b52d1dbc-c68e-4a7b-a681-7211b8585309" providerId="ADAL" clId="{16CAFAA7-33F8-4C1C-BB33-8D6AA775CF14}" dt="2025-10-31T16:21:14.500" v="6563" actId="478"/>
          <pc:sldLayoutMkLst>
            <pc:docMk/>
            <pc:sldMasterMk cId="316732858" sldId="2147483662"/>
            <pc:sldLayoutMk cId="652202900" sldId="2147483656"/>
          </pc:sldLayoutMkLst>
        </pc:sldLayoutChg>
        <pc:sldLayoutChg chg="setBg">
          <pc:chgData name="THOMAS, Nathan (NHS BLACK COUNTRY ICB - D2P2L)" userId="b52d1dbc-c68e-4a7b-a681-7211b8585309" providerId="ADAL" clId="{16CAFAA7-33F8-4C1C-BB33-8D6AA775CF14}" dt="2025-10-31T16:28:09.059" v="6603"/>
          <pc:sldLayoutMkLst>
            <pc:docMk/>
            <pc:sldMasterMk cId="316732858" sldId="2147483662"/>
            <pc:sldLayoutMk cId="4246227941" sldId="2147483699"/>
          </pc:sldLayoutMkLst>
        </pc:sldLayoutChg>
        <pc:sldLayoutChg chg="delSp mod">
          <pc:chgData name="THOMAS, Nathan (NHS BLACK COUNTRY ICB - D2P2L)" userId="b52d1dbc-c68e-4a7b-a681-7211b8585309" providerId="ADAL" clId="{16CAFAA7-33F8-4C1C-BB33-8D6AA775CF14}" dt="2025-10-31T16:18:06.143" v="6535" actId="478"/>
          <pc:sldLayoutMkLst>
            <pc:docMk/>
            <pc:sldMasterMk cId="316732858" sldId="2147483662"/>
            <pc:sldLayoutMk cId="461975478" sldId="2147483700"/>
          </pc:sldLayoutMkLst>
        </pc:sldLayoutChg>
        <pc:sldLayoutChg chg="delSp mod">
          <pc:chgData name="THOMAS, Nathan (NHS BLACK COUNTRY ICB - D2P2L)" userId="b52d1dbc-c68e-4a7b-a681-7211b8585309" providerId="ADAL" clId="{16CAFAA7-33F8-4C1C-BB33-8D6AA775CF14}" dt="2025-10-31T16:20:57.368" v="6561" actId="478"/>
          <pc:sldLayoutMkLst>
            <pc:docMk/>
            <pc:sldMasterMk cId="316732858" sldId="2147483662"/>
            <pc:sldLayoutMk cId="4009230324" sldId="2147483701"/>
          </pc:sldLayoutMkLst>
        </pc:sldLayoutChg>
        <pc:sldLayoutChg chg="delSp mod">
          <pc:chgData name="THOMAS, Nathan (NHS BLACK COUNTRY ICB - D2P2L)" userId="b52d1dbc-c68e-4a7b-a681-7211b8585309" providerId="ADAL" clId="{16CAFAA7-33F8-4C1C-BB33-8D6AA775CF14}" dt="2025-10-31T16:18:13.079" v="6536" actId="478"/>
          <pc:sldLayoutMkLst>
            <pc:docMk/>
            <pc:sldMasterMk cId="316732858" sldId="2147483662"/>
            <pc:sldLayoutMk cId="403362964" sldId="2147483702"/>
          </pc:sldLayoutMkLst>
        </pc:sldLayoutChg>
        <pc:sldLayoutChg chg="setBg">
          <pc:chgData name="THOMAS, Nathan (NHS BLACK COUNTRY ICB - D2P2L)" userId="b52d1dbc-c68e-4a7b-a681-7211b8585309" providerId="ADAL" clId="{16CAFAA7-33F8-4C1C-BB33-8D6AA775CF14}" dt="2025-10-31T16:30:12.116" v="6660"/>
          <pc:sldLayoutMkLst>
            <pc:docMk/>
            <pc:sldMasterMk cId="316732858" sldId="2147483662"/>
            <pc:sldLayoutMk cId="850769551" sldId="2147483703"/>
          </pc:sldLayoutMkLst>
        </pc:sldLayoutChg>
      </pc:sldMasterChg>
    </pc:docChg>
  </pc:docChgLst>
  <pc:docChgLst>
    <pc:chgData name="THOMAS, Nathan (NHS BLACK COUNTRY ICB - D2P2L)" userId="b52d1dbc-c68e-4a7b-a681-7211b8585309" providerId="ADAL" clId="{86270805-AEF0-425D-BB4F-3E61C0CE564A}"/>
    <pc:docChg chg="custSel addSld modSld">
      <pc:chgData name="THOMAS, Nathan (NHS BLACK COUNTRY ICB - D2P2L)" userId="b52d1dbc-c68e-4a7b-a681-7211b8585309" providerId="ADAL" clId="{86270805-AEF0-425D-BB4F-3E61C0CE564A}" dt="2025-10-16T16:59:29.808" v="549" actId="1076"/>
      <pc:docMkLst>
        <pc:docMk/>
      </pc:docMkLst>
      <pc:sldChg chg="modSp mod">
        <pc:chgData name="THOMAS, Nathan (NHS BLACK COUNTRY ICB - D2P2L)" userId="b52d1dbc-c68e-4a7b-a681-7211b8585309" providerId="ADAL" clId="{86270805-AEF0-425D-BB4F-3E61C0CE564A}" dt="2025-10-16T15:56:25.576" v="39" actId="14100"/>
        <pc:sldMkLst>
          <pc:docMk/>
          <pc:sldMk cId="1633438396" sldId="256"/>
        </pc:sldMkLst>
        <pc:spChg chg="mod">
          <ac:chgData name="THOMAS, Nathan (NHS BLACK COUNTRY ICB - D2P2L)" userId="b52d1dbc-c68e-4a7b-a681-7211b8585309" providerId="ADAL" clId="{86270805-AEF0-425D-BB4F-3E61C0CE564A}" dt="2025-10-16T15:56:25.576" v="39" actId="14100"/>
          <ac:spMkLst>
            <pc:docMk/>
            <pc:sldMk cId="1633438396" sldId="256"/>
            <ac:spMk id="8" creationId="{952DE27F-5BED-4BCC-887D-5872F796F65F}"/>
          </ac:spMkLst>
        </pc:spChg>
      </pc:sldChg>
      <pc:sldChg chg="addSp delSp modSp mod modAnim">
        <pc:chgData name="THOMAS, Nathan (NHS BLACK COUNTRY ICB - D2P2L)" userId="b52d1dbc-c68e-4a7b-a681-7211b8585309" providerId="ADAL" clId="{86270805-AEF0-425D-BB4F-3E61C0CE564A}" dt="2025-10-16T16:55:25.976" v="411"/>
        <pc:sldMkLst>
          <pc:docMk/>
          <pc:sldMk cId="683725505" sldId="287"/>
        </pc:sldMkLst>
        <pc:spChg chg="mod">
          <ac:chgData name="THOMAS, Nathan (NHS BLACK COUNTRY ICB - D2P2L)" userId="b52d1dbc-c68e-4a7b-a681-7211b8585309" providerId="ADAL" clId="{86270805-AEF0-425D-BB4F-3E61C0CE564A}" dt="2025-10-16T16:54:35.566" v="407" actId="20577"/>
          <ac:spMkLst>
            <pc:docMk/>
            <pc:sldMk cId="683725505" sldId="287"/>
            <ac:spMk id="6" creationId="{F35FCE68-0761-421A-922F-077DEB02E062}"/>
          </ac:spMkLst>
        </pc:spChg>
        <pc:spChg chg="add mod ord">
          <ac:chgData name="THOMAS, Nathan (NHS BLACK COUNTRY ICB - D2P2L)" userId="b52d1dbc-c68e-4a7b-a681-7211b8585309" providerId="ADAL" clId="{86270805-AEF0-425D-BB4F-3E61C0CE564A}" dt="2025-10-16T16:48:42.959" v="388" actId="164"/>
          <ac:spMkLst>
            <pc:docMk/>
            <pc:sldMk cId="683725505" sldId="287"/>
            <ac:spMk id="19" creationId="{CBABB43D-2FE2-AC5A-24CA-38621AD19028}"/>
          </ac:spMkLst>
        </pc:spChg>
        <pc:spChg chg="add mod">
          <ac:chgData name="THOMAS, Nathan (NHS BLACK COUNTRY ICB - D2P2L)" userId="b52d1dbc-c68e-4a7b-a681-7211b8585309" providerId="ADAL" clId="{86270805-AEF0-425D-BB4F-3E61C0CE564A}" dt="2025-10-16T16:54:10.317" v="398" actId="2711"/>
          <ac:spMkLst>
            <pc:docMk/>
            <pc:sldMk cId="683725505" sldId="287"/>
            <ac:spMk id="24" creationId="{7BF771FC-B012-6BDC-735B-E6CC7062528F}"/>
          </ac:spMkLst>
        </pc:spChg>
        <pc:grpChg chg="add mod">
          <ac:chgData name="THOMAS, Nathan (NHS BLACK COUNTRY ICB - D2P2L)" userId="b52d1dbc-c68e-4a7b-a681-7211b8585309" providerId="ADAL" clId="{86270805-AEF0-425D-BB4F-3E61C0CE564A}" dt="2025-10-16T16:48:51.033" v="389" actId="1076"/>
          <ac:grpSpMkLst>
            <pc:docMk/>
            <pc:sldMk cId="683725505" sldId="287"/>
            <ac:grpSpMk id="25" creationId="{81D8A75F-E81D-934F-61E8-D31002283EAE}"/>
          </ac:grpSpMkLst>
        </pc:grpChg>
        <pc:grpChg chg="add mod">
          <ac:chgData name="THOMAS, Nathan (NHS BLACK COUNTRY ICB - D2P2L)" userId="b52d1dbc-c68e-4a7b-a681-7211b8585309" providerId="ADAL" clId="{86270805-AEF0-425D-BB4F-3E61C0CE564A}" dt="2025-10-16T16:48:42.959" v="388" actId="164"/>
          <ac:grpSpMkLst>
            <pc:docMk/>
            <pc:sldMk cId="683725505" sldId="287"/>
            <ac:grpSpMk id="26" creationId="{E5B95E1B-AFF7-9B41-27D1-C6AC7BE80CC9}"/>
          </ac:grpSpMkLst>
        </pc:grpChg>
        <pc:picChg chg="add mod">
          <ac:chgData name="THOMAS, Nathan (NHS BLACK COUNTRY ICB - D2P2L)" userId="b52d1dbc-c68e-4a7b-a681-7211b8585309" providerId="ADAL" clId="{86270805-AEF0-425D-BB4F-3E61C0CE564A}" dt="2025-10-16T16:48:42.959" v="388" actId="164"/>
          <ac:picMkLst>
            <pc:docMk/>
            <pc:sldMk cId="683725505" sldId="287"/>
            <ac:picMk id="21" creationId="{2A8060CC-3F32-66D4-D9C4-D228476451FE}"/>
          </ac:picMkLst>
        </pc:picChg>
        <pc:picChg chg="add mod">
          <ac:chgData name="THOMAS, Nathan (NHS BLACK COUNTRY ICB - D2P2L)" userId="b52d1dbc-c68e-4a7b-a681-7211b8585309" providerId="ADAL" clId="{86270805-AEF0-425D-BB4F-3E61C0CE564A}" dt="2025-10-16T16:48:26.362" v="385" actId="164"/>
          <ac:picMkLst>
            <pc:docMk/>
            <pc:sldMk cId="683725505" sldId="287"/>
            <ac:picMk id="23" creationId="{80CE2693-89C1-220A-1E04-18AA8DB4B951}"/>
          </ac:picMkLst>
        </pc:picChg>
        <pc:picChg chg="add mod">
          <ac:chgData name="THOMAS, Nathan (NHS BLACK COUNTRY ICB - D2P2L)" userId="b52d1dbc-c68e-4a7b-a681-7211b8585309" providerId="ADAL" clId="{86270805-AEF0-425D-BB4F-3E61C0CE564A}" dt="2025-10-16T16:11:30.214" v="53" actId="14100"/>
          <ac:picMkLst>
            <pc:docMk/>
            <pc:sldMk cId="683725505" sldId="287"/>
            <ac:picMk id="1026" creationId="{98C953EF-F346-B1C6-A21A-26D4A380C76B}"/>
          </ac:picMkLst>
        </pc:picChg>
      </pc:sldChg>
      <pc:sldChg chg="addSp delSp modSp add mod delAnim modAnim">
        <pc:chgData name="THOMAS, Nathan (NHS BLACK COUNTRY ICB - D2P2L)" userId="b52d1dbc-c68e-4a7b-a681-7211b8585309" providerId="ADAL" clId="{86270805-AEF0-425D-BB4F-3E61C0CE564A}" dt="2025-10-16T16:59:29.808" v="549" actId="1076"/>
        <pc:sldMkLst>
          <pc:docMk/>
          <pc:sldMk cId="2539677497" sldId="304"/>
        </pc:sldMkLst>
        <pc:spChg chg="mod">
          <ac:chgData name="THOMAS, Nathan (NHS BLACK COUNTRY ICB - D2P2L)" userId="b52d1dbc-c68e-4a7b-a681-7211b8585309" providerId="ADAL" clId="{86270805-AEF0-425D-BB4F-3E61C0CE564A}" dt="2025-10-16T16:57:17.046" v="433" actId="20577"/>
          <ac:spMkLst>
            <pc:docMk/>
            <pc:sldMk cId="2539677497" sldId="304"/>
            <ac:spMk id="5" creationId="{B0C16793-3D82-0667-A5BA-E13D4F763FE6}"/>
          </ac:spMkLst>
        </pc:spChg>
        <pc:spChg chg="mod">
          <ac:chgData name="THOMAS, Nathan (NHS BLACK COUNTRY ICB - D2P2L)" userId="b52d1dbc-c68e-4a7b-a681-7211b8585309" providerId="ADAL" clId="{86270805-AEF0-425D-BB4F-3E61C0CE564A}" dt="2025-10-16T16:58:02.589" v="544" actId="20577"/>
          <ac:spMkLst>
            <pc:docMk/>
            <pc:sldMk cId="2539677497" sldId="304"/>
            <ac:spMk id="6" creationId="{D7C71EAA-962B-B79E-3D5E-69FA227C5104}"/>
          </ac:spMkLst>
        </pc:spChg>
        <pc:picChg chg="add mod">
          <ac:chgData name="THOMAS, Nathan (NHS BLACK COUNTRY ICB - D2P2L)" userId="b52d1dbc-c68e-4a7b-a681-7211b8585309" providerId="ADAL" clId="{86270805-AEF0-425D-BB4F-3E61C0CE564A}" dt="2025-10-16T16:59:29.808" v="549" actId="1076"/>
          <ac:picMkLst>
            <pc:docMk/>
            <pc:sldMk cId="2539677497" sldId="304"/>
            <ac:picMk id="8" creationId="{E5A20730-BF91-FE59-DCDC-E4CEC3683E9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F0074C-CD95-4D96-A0BC-41E17C10A63E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BA4CA3A0-C60D-409C-A238-BD18C8E3CEDA}">
      <dgm:prSet phldrT="[Text]" phldr="0" custT="1"/>
      <dgm:spPr/>
      <dgm:t>
        <a:bodyPr rtlCol="0"/>
        <a:lstStyle/>
        <a:p>
          <a:pPr rtl="0"/>
          <a:r>
            <a:rPr lang="en-GB" sz="2800" noProof="0" dirty="0">
              <a:latin typeface="+mj-lt"/>
            </a:rPr>
            <a:t>Matching / Stratification</a:t>
          </a:r>
        </a:p>
      </dgm:t>
    </dgm:pt>
    <dgm:pt modelId="{AB21B411-D689-4756-9B2F-2C2AF11BE819}" type="parTrans" cxnId="{68A93DC5-436D-4276-9A21-DF68CEB42BE5}">
      <dgm:prSet/>
      <dgm:spPr/>
      <dgm:t>
        <a:bodyPr rtlCol="0"/>
        <a:lstStyle/>
        <a:p>
          <a:pPr rtl="0"/>
          <a:endParaRPr lang="en-GB" noProof="0" dirty="0"/>
        </a:p>
      </dgm:t>
    </dgm:pt>
    <dgm:pt modelId="{A106C92C-0FC9-4FE9-AA36-A6F8685E9C9D}" type="sibTrans" cxnId="{68A93DC5-436D-4276-9A21-DF68CEB42BE5}">
      <dgm:prSet/>
      <dgm:spPr/>
      <dgm:t>
        <a:bodyPr rtlCol="0"/>
        <a:lstStyle/>
        <a:p>
          <a:pPr rtl="0"/>
          <a:endParaRPr lang="en-GB" noProof="0" dirty="0"/>
        </a:p>
      </dgm:t>
    </dgm:pt>
    <dgm:pt modelId="{43DA1502-88F6-41BB-ADA4-ACA3DE461E44}">
      <dgm:prSet phldrT="[Text]" custT="1"/>
      <dgm:spPr/>
      <dgm:t>
        <a:bodyPr rtlCol="0"/>
        <a:lstStyle/>
        <a:p>
          <a:pPr marL="0" algn="l" rtl="0">
            <a:lnSpc>
              <a:spcPct val="100000"/>
            </a:lnSpc>
            <a:buFont typeface="Arial" panose="020B0604020202020204" pitchFamily="34" charset="0"/>
            <a:buNone/>
          </a:pPr>
          <a:r>
            <a:rPr lang="en-GB" sz="2000" b="0" i="0" noProof="0" dirty="0"/>
            <a:t>Finding observations in the data set that are identical/similar on all variables in the adjustment set except the treatment</a:t>
          </a:r>
          <a:endParaRPr lang="en-GB" sz="2000" noProof="0" dirty="0"/>
        </a:p>
      </dgm:t>
    </dgm:pt>
    <dgm:pt modelId="{24619550-9CD2-4B5F-BBDD-7059E7E9811B}" type="parTrans" cxnId="{D64BAA71-8E11-4A93-B837-7A871CFA09DD}">
      <dgm:prSet/>
      <dgm:spPr/>
      <dgm:t>
        <a:bodyPr rtlCol="0"/>
        <a:lstStyle/>
        <a:p>
          <a:pPr rtl="0"/>
          <a:endParaRPr lang="en-GB" noProof="0" dirty="0"/>
        </a:p>
      </dgm:t>
    </dgm:pt>
    <dgm:pt modelId="{C9307F4C-C09F-45FB-8CB6-9FBFF2A01131}" type="sibTrans" cxnId="{D64BAA71-8E11-4A93-B837-7A871CFA09DD}">
      <dgm:prSet/>
      <dgm:spPr/>
      <dgm:t>
        <a:bodyPr rtlCol="0"/>
        <a:lstStyle/>
        <a:p>
          <a:pPr rtl="0"/>
          <a:endParaRPr lang="en-GB" noProof="0" dirty="0"/>
        </a:p>
      </dgm:t>
    </dgm:pt>
    <dgm:pt modelId="{84F8488D-ADE6-4E3C-89F8-9D2278C8490E}">
      <dgm:prSet phldrT="[Text]" phldr="0" custT="1"/>
      <dgm:spPr>
        <a:solidFill>
          <a:schemeClr val="accent1"/>
        </a:solidFill>
        <a:ln>
          <a:solidFill>
            <a:schemeClr val="accent1"/>
          </a:solidFill>
        </a:ln>
      </dgm:spPr>
      <dgm:t>
        <a:bodyPr rtlCol="0"/>
        <a:lstStyle/>
        <a:p>
          <a:pPr rtl="0"/>
          <a:r>
            <a:rPr lang="en-GB" sz="2800" noProof="0" dirty="0">
              <a:latin typeface="+mj-lt"/>
            </a:rPr>
            <a:t>Weighting</a:t>
          </a:r>
        </a:p>
      </dgm:t>
    </dgm:pt>
    <dgm:pt modelId="{2C93A761-BBE7-42E7-8034-DD768C485569}" type="parTrans" cxnId="{9DC366E5-64ED-4450-BA6B-3B3234EF988C}">
      <dgm:prSet/>
      <dgm:spPr/>
      <dgm:t>
        <a:bodyPr rtlCol="0"/>
        <a:lstStyle/>
        <a:p>
          <a:pPr rtl="0"/>
          <a:endParaRPr lang="en-GB" noProof="0" dirty="0"/>
        </a:p>
      </dgm:t>
    </dgm:pt>
    <dgm:pt modelId="{471C7804-89CA-4E03-B237-601D183366DD}" type="sibTrans" cxnId="{9DC366E5-64ED-4450-BA6B-3B3234EF988C}">
      <dgm:prSet/>
      <dgm:spPr/>
      <dgm:t>
        <a:bodyPr rtlCol="0"/>
        <a:lstStyle/>
        <a:p>
          <a:pPr rtl="0"/>
          <a:endParaRPr lang="en-GB" noProof="0" dirty="0"/>
        </a:p>
      </dgm:t>
    </dgm:pt>
    <dgm:pt modelId="{4BDBF9C9-7154-4D1D-88B9-A172B3CC822D}">
      <dgm:prSet phldrT="[Text]" custT="1"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 rtlCol="0"/>
        <a:lstStyle/>
        <a:p>
          <a:pPr marL="0" rtl="0">
            <a:lnSpc>
              <a:spcPct val="100000"/>
            </a:lnSpc>
            <a:buFont typeface="Arial" panose="020B0604020202020204" pitchFamily="34" charset="0"/>
            <a:buNone/>
          </a:pPr>
          <a:r>
            <a:rPr lang="en-GB" sz="2000" b="0" i="0" noProof="0" dirty="0"/>
            <a:t>Determining the propensities for treatment of each level of each variable and weighting the outcome accordingly</a:t>
          </a:r>
          <a:endParaRPr lang="en-GB" sz="2000" noProof="0" dirty="0"/>
        </a:p>
      </dgm:t>
    </dgm:pt>
    <dgm:pt modelId="{7650B969-1C89-4129-833A-618BF2FB4227}" type="parTrans" cxnId="{96B7605A-F74C-4C10-B515-E2166B517AB6}">
      <dgm:prSet/>
      <dgm:spPr/>
      <dgm:t>
        <a:bodyPr rtlCol="0"/>
        <a:lstStyle/>
        <a:p>
          <a:pPr rtl="0"/>
          <a:endParaRPr lang="en-GB" noProof="0" dirty="0"/>
        </a:p>
      </dgm:t>
    </dgm:pt>
    <dgm:pt modelId="{F866FFB4-154D-4A77-B7E1-49EC6C22F511}" type="sibTrans" cxnId="{96B7605A-F74C-4C10-B515-E2166B517AB6}">
      <dgm:prSet/>
      <dgm:spPr/>
      <dgm:t>
        <a:bodyPr rtlCol="0"/>
        <a:lstStyle/>
        <a:p>
          <a:pPr rtl="0"/>
          <a:endParaRPr lang="en-GB" noProof="0" dirty="0"/>
        </a:p>
      </dgm:t>
    </dgm:pt>
    <dgm:pt modelId="{41DFE4AB-6788-4813-89B4-18E4445C9E9F}">
      <dgm:prSet phldrT="[Text]" custT="1"/>
      <dgm:spPr/>
      <dgm:t>
        <a:bodyPr rtlCol="0"/>
        <a:lstStyle/>
        <a:p>
          <a:pPr rtl="0">
            <a:buFont typeface="Arial" panose="020B0604020202020204" pitchFamily="34" charset="0"/>
            <a:buChar char="•"/>
          </a:pPr>
          <a:r>
            <a:rPr lang="en-GB" sz="2800" noProof="0" dirty="0">
              <a:latin typeface="+mj-lt"/>
            </a:rPr>
            <a:t>Regression</a:t>
          </a:r>
        </a:p>
      </dgm:t>
    </dgm:pt>
    <dgm:pt modelId="{638F0EB7-96D8-4EBE-B475-B10A9A92B762}" type="parTrans" cxnId="{676C47D9-5A3E-45CC-B47B-3647AC53C21C}">
      <dgm:prSet/>
      <dgm:spPr/>
      <dgm:t>
        <a:bodyPr rtlCol="0"/>
        <a:lstStyle/>
        <a:p>
          <a:pPr rtl="0"/>
          <a:endParaRPr lang="en-GB" noProof="0" dirty="0"/>
        </a:p>
      </dgm:t>
    </dgm:pt>
    <dgm:pt modelId="{675DD2E1-23DA-4A5E-B485-0BF376000850}" type="sibTrans" cxnId="{676C47D9-5A3E-45CC-B47B-3647AC53C21C}">
      <dgm:prSet/>
      <dgm:spPr/>
      <dgm:t>
        <a:bodyPr rtlCol="0"/>
        <a:lstStyle/>
        <a:p>
          <a:pPr rtl="0"/>
          <a:endParaRPr lang="en-GB" noProof="0" dirty="0"/>
        </a:p>
      </dgm:t>
    </dgm:pt>
    <dgm:pt modelId="{9CD8D69D-413E-4A69-A6C7-EAD13DE2D766}">
      <dgm:prSet phldrT="[Text]" custT="1"/>
      <dgm:spPr/>
      <dgm:t>
        <a:bodyPr rtlCol="0"/>
        <a:lstStyle/>
        <a:p>
          <a:pPr marL="0" rtl="0">
            <a:lnSpc>
              <a:spcPct val="100000"/>
            </a:lnSpc>
            <a:buFont typeface="Arial" panose="020B0604020202020204" pitchFamily="34" charset="0"/>
            <a:buNone/>
          </a:pPr>
          <a:r>
            <a:rPr lang="en-GB" sz="2000" b="0" i="0" noProof="0" dirty="0"/>
            <a:t>In regression models that include all variables in the adjustment set, the coefficient for the treatment variable is proportional to the treatment effect</a:t>
          </a:r>
          <a:endParaRPr lang="en-GB" sz="2000" noProof="0" dirty="0"/>
        </a:p>
      </dgm:t>
    </dgm:pt>
    <dgm:pt modelId="{C583E2EA-6441-4014-B1C2-53942E082306}" type="parTrans" cxnId="{6D0167EA-F321-4BF0-91DB-B2CF92AA8C9B}">
      <dgm:prSet/>
      <dgm:spPr/>
      <dgm:t>
        <a:bodyPr rtlCol="0"/>
        <a:lstStyle/>
        <a:p>
          <a:pPr rtl="0"/>
          <a:endParaRPr lang="en-GB" noProof="0" dirty="0"/>
        </a:p>
      </dgm:t>
    </dgm:pt>
    <dgm:pt modelId="{815D42A5-4BE7-44B5-9FB8-C983E8505C14}" type="sibTrans" cxnId="{6D0167EA-F321-4BF0-91DB-B2CF92AA8C9B}">
      <dgm:prSet/>
      <dgm:spPr/>
      <dgm:t>
        <a:bodyPr rtlCol="0"/>
        <a:lstStyle/>
        <a:p>
          <a:pPr rtl="0"/>
          <a:endParaRPr lang="en-GB" noProof="0" dirty="0"/>
        </a:p>
      </dgm:t>
    </dgm:pt>
    <dgm:pt modelId="{00049E7E-7330-4784-A8F5-6C6FE983FEC5}">
      <dgm:prSet phldrT="[Text]" custT="1"/>
      <dgm:spPr/>
      <dgm:t>
        <a:bodyPr rtlCol="0"/>
        <a:lstStyle/>
        <a:p>
          <a:pPr rtl="0">
            <a:buFont typeface="Arial" panose="020B0604020202020204" pitchFamily="34" charset="0"/>
            <a:buChar char="•"/>
          </a:pPr>
          <a:r>
            <a:rPr lang="en-GB" sz="2800" noProof="0" dirty="0">
              <a:latin typeface="+mj-lt"/>
            </a:rPr>
            <a:t>Machine learning</a:t>
          </a:r>
        </a:p>
      </dgm:t>
    </dgm:pt>
    <dgm:pt modelId="{300A1B9F-03AC-4652-B0F5-571BF9158965}" type="parTrans" cxnId="{A5772B30-D364-4BB6-AE60-96648E30325B}">
      <dgm:prSet/>
      <dgm:spPr/>
      <dgm:t>
        <a:bodyPr rtlCol="0"/>
        <a:lstStyle/>
        <a:p>
          <a:pPr rtl="0"/>
          <a:endParaRPr lang="en-GB" noProof="0" dirty="0"/>
        </a:p>
      </dgm:t>
    </dgm:pt>
    <dgm:pt modelId="{2F3003A2-4502-4CE7-BD0D-B0A2FF1912FD}" type="sibTrans" cxnId="{A5772B30-D364-4BB6-AE60-96648E30325B}">
      <dgm:prSet/>
      <dgm:spPr/>
      <dgm:t>
        <a:bodyPr rtlCol="0"/>
        <a:lstStyle/>
        <a:p>
          <a:pPr rtl="0"/>
          <a:endParaRPr lang="en-GB" noProof="0" dirty="0"/>
        </a:p>
      </dgm:t>
    </dgm:pt>
    <dgm:pt modelId="{1A77F962-33CC-4996-92B2-F18542CCBA54}">
      <dgm:prSet phldrT="[Text]" custT="1"/>
      <dgm:spPr/>
      <dgm:t>
        <a:bodyPr rtlCol="0"/>
        <a:lstStyle/>
        <a:p>
          <a:pPr marL="0" rtl="0">
            <a:lnSpc>
              <a:spcPct val="100000"/>
            </a:lnSpc>
            <a:buFont typeface="Arial" panose="020B0604020202020204" pitchFamily="34" charset="0"/>
            <a:buNone/>
          </a:pPr>
          <a:r>
            <a:rPr lang="en-GB" sz="2000" b="0" i="0" noProof="0" dirty="0"/>
            <a:t>Integrating causal models into machine learning algorithms</a:t>
          </a:r>
          <a:endParaRPr lang="en-GB" sz="2000" noProof="0" dirty="0"/>
        </a:p>
      </dgm:t>
    </dgm:pt>
    <dgm:pt modelId="{FE943018-76DB-4F97-893A-8A084B3BEF7D}" type="parTrans" cxnId="{29AEEC85-CFC2-4DC3-8CAE-1517E63D984F}">
      <dgm:prSet/>
      <dgm:spPr/>
      <dgm:t>
        <a:bodyPr rtlCol="0"/>
        <a:lstStyle/>
        <a:p>
          <a:pPr rtl="0"/>
          <a:endParaRPr lang="en-GB" noProof="0" dirty="0"/>
        </a:p>
      </dgm:t>
    </dgm:pt>
    <dgm:pt modelId="{3C90C9E9-D2F0-452E-89B6-919A1A977E12}" type="sibTrans" cxnId="{29AEEC85-CFC2-4DC3-8CAE-1517E63D984F}">
      <dgm:prSet/>
      <dgm:spPr/>
      <dgm:t>
        <a:bodyPr rtlCol="0"/>
        <a:lstStyle/>
        <a:p>
          <a:pPr rtl="0"/>
          <a:endParaRPr lang="en-GB" noProof="0" dirty="0"/>
        </a:p>
      </dgm:t>
    </dgm:pt>
    <dgm:pt modelId="{5FEDAFA0-9B9E-4637-9C78-2E9AE9E3427E}" type="pres">
      <dgm:prSet presAssocID="{89F0074C-CD95-4D96-A0BC-41E17C10A63E}" presName="Name0" presStyleCnt="0">
        <dgm:presLayoutVars>
          <dgm:dir/>
          <dgm:animLvl val="lvl"/>
          <dgm:resizeHandles val="exact"/>
        </dgm:presLayoutVars>
      </dgm:prSet>
      <dgm:spPr/>
    </dgm:pt>
    <dgm:pt modelId="{2782B8EC-FD3F-4818-A95D-C67980F26497}" type="pres">
      <dgm:prSet presAssocID="{BA4CA3A0-C60D-409C-A238-BD18C8E3CEDA}" presName="composite" presStyleCnt="0"/>
      <dgm:spPr/>
    </dgm:pt>
    <dgm:pt modelId="{AFF01C75-BFE5-4EEE-9EDF-01EE647281A2}" type="pres">
      <dgm:prSet presAssocID="{BA4CA3A0-C60D-409C-A238-BD18C8E3CEDA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45CD22F7-2BC0-4C54-B0D5-7F381BF45A76}" type="pres">
      <dgm:prSet presAssocID="{BA4CA3A0-C60D-409C-A238-BD18C8E3CEDA}" presName="desTx" presStyleLbl="alignAccFollowNode1" presStyleIdx="0" presStyleCnt="4">
        <dgm:presLayoutVars>
          <dgm:bulletEnabled val="1"/>
        </dgm:presLayoutVars>
      </dgm:prSet>
      <dgm:spPr/>
    </dgm:pt>
    <dgm:pt modelId="{81F401B9-EC7A-43F6-BE53-64E6C7C5AD3C}" type="pres">
      <dgm:prSet presAssocID="{A106C92C-0FC9-4FE9-AA36-A6F8685E9C9D}" presName="space" presStyleCnt="0"/>
      <dgm:spPr/>
    </dgm:pt>
    <dgm:pt modelId="{2F492C0E-DC92-4D32-B9D2-583528FF758D}" type="pres">
      <dgm:prSet presAssocID="{84F8488D-ADE6-4E3C-89F8-9D2278C8490E}" presName="composite" presStyleCnt="0"/>
      <dgm:spPr/>
    </dgm:pt>
    <dgm:pt modelId="{EA261386-0CBB-4C34-B42F-E150678D9C06}" type="pres">
      <dgm:prSet presAssocID="{84F8488D-ADE6-4E3C-89F8-9D2278C8490E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0897E450-147D-4359-8F67-7B12FAF8A274}" type="pres">
      <dgm:prSet presAssocID="{84F8488D-ADE6-4E3C-89F8-9D2278C8490E}" presName="desTx" presStyleLbl="alignAccFollowNode1" presStyleIdx="1" presStyleCnt="4">
        <dgm:presLayoutVars>
          <dgm:bulletEnabled val="1"/>
        </dgm:presLayoutVars>
      </dgm:prSet>
      <dgm:spPr/>
    </dgm:pt>
    <dgm:pt modelId="{76005ECB-79DC-4016-A50C-48164D7C5C0F}" type="pres">
      <dgm:prSet presAssocID="{471C7804-89CA-4E03-B237-601D183366DD}" presName="space" presStyleCnt="0"/>
      <dgm:spPr/>
    </dgm:pt>
    <dgm:pt modelId="{91A692B6-CE8D-486B-B49A-D0E3E5532DED}" type="pres">
      <dgm:prSet presAssocID="{41DFE4AB-6788-4813-89B4-18E4445C9E9F}" presName="composite" presStyleCnt="0"/>
      <dgm:spPr/>
    </dgm:pt>
    <dgm:pt modelId="{3FF758F5-8414-4821-9708-4556B66B9BE4}" type="pres">
      <dgm:prSet presAssocID="{41DFE4AB-6788-4813-89B4-18E4445C9E9F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1370F629-ED9C-446C-83FD-0A0C177A63AA}" type="pres">
      <dgm:prSet presAssocID="{41DFE4AB-6788-4813-89B4-18E4445C9E9F}" presName="desTx" presStyleLbl="alignAccFollowNode1" presStyleIdx="2" presStyleCnt="4">
        <dgm:presLayoutVars>
          <dgm:bulletEnabled val="1"/>
        </dgm:presLayoutVars>
      </dgm:prSet>
      <dgm:spPr/>
    </dgm:pt>
    <dgm:pt modelId="{8591BAA5-0569-4EC0-8DF6-C5A5C250BAF0}" type="pres">
      <dgm:prSet presAssocID="{675DD2E1-23DA-4A5E-B485-0BF376000850}" presName="space" presStyleCnt="0"/>
      <dgm:spPr/>
    </dgm:pt>
    <dgm:pt modelId="{1A95C48A-9853-4A27-83C6-174E72000376}" type="pres">
      <dgm:prSet presAssocID="{00049E7E-7330-4784-A8F5-6C6FE983FEC5}" presName="composite" presStyleCnt="0"/>
      <dgm:spPr/>
    </dgm:pt>
    <dgm:pt modelId="{1B522A00-4193-4050-BA4E-51723F867B10}" type="pres">
      <dgm:prSet presAssocID="{00049E7E-7330-4784-A8F5-6C6FE983FEC5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602FF8D8-728D-4A98-99E2-D4BE66C4E4D7}" type="pres">
      <dgm:prSet presAssocID="{00049E7E-7330-4784-A8F5-6C6FE983FEC5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06107511-A458-41FA-9D5B-B0D6CF27D991}" type="presOf" srcId="{89F0074C-CD95-4D96-A0BC-41E17C10A63E}" destId="{5FEDAFA0-9B9E-4637-9C78-2E9AE9E3427E}" srcOrd="0" destOrd="0" presId="urn:microsoft.com/office/officeart/2005/8/layout/hList1"/>
    <dgm:cxn modelId="{D7669F2A-7634-4827-AED5-36AE94CD60DF}" type="presOf" srcId="{9CD8D69D-413E-4A69-A6C7-EAD13DE2D766}" destId="{1370F629-ED9C-446C-83FD-0A0C177A63AA}" srcOrd="0" destOrd="0" presId="urn:microsoft.com/office/officeart/2005/8/layout/hList1"/>
    <dgm:cxn modelId="{A5772B30-D364-4BB6-AE60-96648E30325B}" srcId="{89F0074C-CD95-4D96-A0BC-41E17C10A63E}" destId="{00049E7E-7330-4784-A8F5-6C6FE983FEC5}" srcOrd="3" destOrd="0" parTransId="{300A1B9F-03AC-4652-B0F5-571BF9158965}" sibTransId="{2F3003A2-4502-4CE7-BD0D-B0A2FF1912FD}"/>
    <dgm:cxn modelId="{9267A447-6BE6-458C-944E-837CF6D6FDBC}" type="presOf" srcId="{43DA1502-88F6-41BB-ADA4-ACA3DE461E44}" destId="{45CD22F7-2BC0-4C54-B0D5-7F381BF45A76}" srcOrd="0" destOrd="0" presId="urn:microsoft.com/office/officeart/2005/8/layout/hList1"/>
    <dgm:cxn modelId="{D64BAA71-8E11-4A93-B837-7A871CFA09DD}" srcId="{BA4CA3A0-C60D-409C-A238-BD18C8E3CEDA}" destId="{43DA1502-88F6-41BB-ADA4-ACA3DE461E44}" srcOrd="0" destOrd="0" parTransId="{24619550-9CD2-4B5F-BBDD-7059E7E9811B}" sibTransId="{C9307F4C-C09F-45FB-8CB6-9FBFF2A01131}"/>
    <dgm:cxn modelId="{96B7605A-F74C-4C10-B515-E2166B517AB6}" srcId="{84F8488D-ADE6-4E3C-89F8-9D2278C8490E}" destId="{4BDBF9C9-7154-4D1D-88B9-A172B3CC822D}" srcOrd="0" destOrd="0" parTransId="{7650B969-1C89-4129-833A-618BF2FB4227}" sibTransId="{F866FFB4-154D-4A77-B7E1-49EC6C22F511}"/>
    <dgm:cxn modelId="{29AEEC85-CFC2-4DC3-8CAE-1517E63D984F}" srcId="{00049E7E-7330-4784-A8F5-6C6FE983FEC5}" destId="{1A77F962-33CC-4996-92B2-F18542CCBA54}" srcOrd="0" destOrd="0" parTransId="{FE943018-76DB-4F97-893A-8A084B3BEF7D}" sibTransId="{3C90C9E9-D2F0-452E-89B6-919A1A977E12}"/>
    <dgm:cxn modelId="{14ACDA8B-0F16-4F85-90A2-4E459DFB2C08}" type="presOf" srcId="{00049E7E-7330-4784-A8F5-6C6FE983FEC5}" destId="{1B522A00-4193-4050-BA4E-51723F867B10}" srcOrd="0" destOrd="0" presId="urn:microsoft.com/office/officeart/2005/8/layout/hList1"/>
    <dgm:cxn modelId="{CAAB8FB5-5F5E-463C-82CD-33892C34DAC5}" type="presOf" srcId="{4BDBF9C9-7154-4D1D-88B9-A172B3CC822D}" destId="{0897E450-147D-4359-8F67-7B12FAF8A274}" srcOrd="0" destOrd="0" presId="urn:microsoft.com/office/officeart/2005/8/layout/hList1"/>
    <dgm:cxn modelId="{546B7CB8-7665-423C-BC5B-E77D76F7385E}" type="presOf" srcId="{BA4CA3A0-C60D-409C-A238-BD18C8E3CEDA}" destId="{AFF01C75-BFE5-4EEE-9EDF-01EE647281A2}" srcOrd="0" destOrd="0" presId="urn:microsoft.com/office/officeart/2005/8/layout/hList1"/>
    <dgm:cxn modelId="{68A93DC5-436D-4276-9A21-DF68CEB42BE5}" srcId="{89F0074C-CD95-4D96-A0BC-41E17C10A63E}" destId="{BA4CA3A0-C60D-409C-A238-BD18C8E3CEDA}" srcOrd="0" destOrd="0" parTransId="{AB21B411-D689-4756-9B2F-2C2AF11BE819}" sibTransId="{A106C92C-0FC9-4FE9-AA36-A6F8685E9C9D}"/>
    <dgm:cxn modelId="{B79C0DD1-E98C-48AD-BC62-3A53C63CEF74}" type="presOf" srcId="{1A77F962-33CC-4996-92B2-F18542CCBA54}" destId="{602FF8D8-728D-4A98-99E2-D4BE66C4E4D7}" srcOrd="0" destOrd="0" presId="urn:microsoft.com/office/officeart/2005/8/layout/hList1"/>
    <dgm:cxn modelId="{676C47D9-5A3E-45CC-B47B-3647AC53C21C}" srcId="{89F0074C-CD95-4D96-A0BC-41E17C10A63E}" destId="{41DFE4AB-6788-4813-89B4-18E4445C9E9F}" srcOrd="2" destOrd="0" parTransId="{638F0EB7-96D8-4EBE-B475-B10A9A92B762}" sibTransId="{675DD2E1-23DA-4A5E-B485-0BF376000850}"/>
    <dgm:cxn modelId="{EE6FEFE4-3B57-4C17-B278-25AFBD7C5ABC}" type="presOf" srcId="{84F8488D-ADE6-4E3C-89F8-9D2278C8490E}" destId="{EA261386-0CBB-4C34-B42F-E150678D9C06}" srcOrd="0" destOrd="0" presId="urn:microsoft.com/office/officeart/2005/8/layout/hList1"/>
    <dgm:cxn modelId="{9DC366E5-64ED-4450-BA6B-3B3234EF988C}" srcId="{89F0074C-CD95-4D96-A0BC-41E17C10A63E}" destId="{84F8488D-ADE6-4E3C-89F8-9D2278C8490E}" srcOrd="1" destOrd="0" parTransId="{2C93A761-BBE7-42E7-8034-DD768C485569}" sibTransId="{471C7804-89CA-4E03-B237-601D183366DD}"/>
    <dgm:cxn modelId="{6D0167EA-F321-4BF0-91DB-B2CF92AA8C9B}" srcId="{41DFE4AB-6788-4813-89B4-18E4445C9E9F}" destId="{9CD8D69D-413E-4A69-A6C7-EAD13DE2D766}" srcOrd="0" destOrd="0" parTransId="{C583E2EA-6441-4014-B1C2-53942E082306}" sibTransId="{815D42A5-4BE7-44B5-9FB8-C983E8505C14}"/>
    <dgm:cxn modelId="{4BFB46EB-A2EE-43D2-834A-7E497D90D43F}" type="presOf" srcId="{41DFE4AB-6788-4813-89B4-18E4445C9E9F}" destId="{3FF758F5-8414-4821-9708-4556B66B9BE4}" srcOrd="0" destOrd="0" presId="urn:microsoft.com/office/officeart/2005/8/layout/hList1"/>
    <dgm:cxn modelId="{912542EC-AB49-4F98-AB56-7495056231DA}" type="presParOf" srcId="{5FEDAFA0-9B9E-4637-9C78-2E9AE9E3427E}" destId="{2782B8EC-FD3F-4818-A95D-C67980F26497}" srcOrd="0" destOrd="0" presId="urn:microsoft.com/office/officeart/2005/8/layout/hList1"/>
    <dgm:cxn modelId="{496870C6-5D45-4C10-AF17-7640AE20A6A3}" type="presParOf" srcId="{2782B8EC-FD3F-4818-A95D-C67980F26497}" destId="{AFF01C75-BFE5-4EEE-9EDF-01EE647281A2}" srcOrd="0" destOrd="0" presId="urn:microsoft.com/office/officeart/2005/8/layout/hList1"/>
    <dgm:cxn modelId="{02C54F2E-934C-45A9-8582-C6CCF005C0DB}" type="presParOf" srcId="{2782B8EC-FD3F-4818-A95D-C67980F26497}" destId="{45CD22F7-2BC0-4C54-B0D5-7F381BF45A76}" srcOrd="1" destOrd="0" presId="urn:microsoft.com/office/officeart/2005/8/layout/hList1"/>
    <dgm:cxn modelId="{C5345034-1D40-4AD9-9764-17FA1B5C867E}" type="presParOf" srcId="{5FEDAFA0-9B9E-4637-9C78-2E9AE9E3427E}" destId="{81F401B9-EC7A-43F6-BE53-64E6C7C5AD3C}" srcOrd="1" destOrd="0" presId="urn:microsoft.com/office/officeart/2005/8/layout/hList1"/>
    <dgm:cxn modelId="{7C21A11B-7D23-4552-9198-CE2AD0E63A58}" type="presParOf" srcId="{5FEDAFA0-9B9E-4637-9C78-2E9AE9E3427E}" destId="{2F492C0E-DC92-4D32-B9D2-583528FF758D}" srcOrd="2" destOrd="0" presId="urn:microsoft.com/office/officeart/2005/8/layout/hList1"/>
    <dgm:cxn modelId="{0C0D6F41-3A16-4748-B031-F033A5A9DD95}" type="presParOf" srcId="{2F492C0E-DC92-4D32-B9D2-583528FF758D}" destId="{EA261386-0CBB-4C34-B42F-E150678D9C06}" srcOrd="0" destOrd="0" presId="urn:microsoft.com/office/officeart/2005/8/layout/hList1"/>
    <dgm:cxn modelId="{95DB1622-D25E-4699-A2CE-62B247860319}" type="presParOf" srcId="{2F492C0E-DC92-4D32-B9D2-583528FF758D}" destId="{0897E450-147D-4359-8F67-7B12FAF8A274}" srcOrd="1" destOrd="0" presId="urn:microsoft.com/office/officeart/2005/8/layout/hList1"/>
    <dgm:cxn modelId="{3ECE33E7-E255-4A67-8365-62324667C935}" type="presParOf" srcId="{5FEDAFA0-9B9E-4637-9C78-2E9AE9E3427E}" destId="{76005ECB-79DC-4016-A50C-48164D7C5C0F}" srcOrd="3" destOrd="0" presId="urn:microsoft.com/office/officeart/2005/8/layout/hList1"/>
    <dgm:cxn modelId="{3EB2E339-C41F-41FD-B02E-E8B6BA058B5D}" type="presParOf" srcId="{5FEDAFA0-9B9E-4637-9C78-2E9AE9E3427E}" destId="{91A692B6-CE8D-486B-B49A-D0E3E5532DED}" srcOrd="4" destOrd="0" presId="urn:microsoft.com/office/officeart/2005/8/layout/hList1"/>
    <dgm:cxn modelId="{5CAFA834-9250-4365-92B3-C12691AB4292}" type="presParOf" srcId="{91A692B6-CE8D-486B-B49A-D0E3E5532DED}" destId="{3FF758F5-8414-4821-9708-4556B66B9BE4}" srcOrd="0" destOrd="0" presId="urn:microsoft.com/office/officeart/2005/8/layout/hList1"/>
    <dgm:cxn modelId="{222C6072-E8EC-4E0A-9BB7-13815B608A81}" type="presParOf" srcId="{91A692B6-CE8D-486B-B49A-D0E3E5532DED}" destId="{1370F629-ED9C-446C-83FD-0A0C177A63AA}" srcOrd="1" destOrd="0" presId="urn:microsoft.com/office/officeart/2005/8/layout/hList1"/>
    <dgm:cxn modelId="{01FC5A30-1A22-49DD-801D-1E2181E2F454}" type="presParOf" srcId="{5FEDAFA0-9B9E-4637-9C78-2E9AE9E3427E}" destId="{8591BAA5-0569-4EC0-8DF6-C5A5C250BAF0}" srcOrd="5" destOrd="0" presId="urn:microsoft.com/office/officeart/2005/8/layout/hList1"/>
    <dgm:cxn modelId="{6594265F-9354-445B-A4BB-3A8CB3B95F23}" type="presParOf" srcId="{5FEDAFA0-9B9E-4637-9C78-2E9AE9E3427E}" destId="{1A95C48A-9853-4A27-83C6-174E72000376}" srcOrd="6" destOrd="0" presId="urn:microsoft.com/office/officeart/2005/8/layout/hList1"/>
    <dgm:cxn modelId="{1BF58251-EC39-45E5-A79E-E174FA54C2DD}" type="presParOf" srcId="{1A95C48A-9853-4A27-83C6-174E72000376}" destId="{1B522A00-4193-4050-BA4E-51723F867B10}" srcOrd="0" destOrd="0" presId="urn:microsoft.com/office/officeart/2005/8/layout/hList1"/>
    <dgm:cxn modelId="{1EDA520D-57A1-4118-AF69-A37008980B44}" type="presParOf" srcId="{1A95C48A-9853-4A27-83C6-174E72000376}" destId="{602FF8D8-728D-4A98-99E2-D4BE66C4E4D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01C75-BFE5-4EEE-9EDF-01EE647281A2}">
      <dsp:nvSpPr>
        <dsp:cNvPr id="0" name=""/>
        <dsp:cNvSpPr/>
      </dsp:nvSpPr>
      <dsp:spPr>
        <a:xfrm>
          <a:off x="4059" y="94930"/>
          <a:ext cx="2441188" cy="9764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rtlCol="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noProof="0" dirty="0">
              <a:latin typeface="+mj-lt"/>
            </a:rPr>
            <a:t>Matching / Stratification</a:t>
          </a:r>
        </a:p>
      </dsp:txBody>
      <dsp:txXfrm>
        <a:off x="4059" y="94930"/>
        <a:ext cx="2441188" cy="976475"/>
      </dsp:txXfrm>
    </dsp:sp>
    <dsp:sp modelId="{45CD22F7-2BC0-4C54-B0D5-7F381BF45A76}">
      <dsp:nvSpPr>
        <dsp:cNvPr id="0" name=""/>
        <dsp:cNvSpPr/>
      </dsp:nvSpPr>
      <dsp:spPr>
        <a:xfrm>
          <a:off x="4059" y="1071406"/>
          <a:ext cx="2441188" cy="28548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rtlCol="0" anchor="t" anchorCtr="0">
          <a:noAutofit/>
        </a:bodyPr>
        <a:lstStyle/>
        <a:p>
          <a:pPr marL="0" lvl="1" indent="-228600" algn="l" defTabSz="8890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GB" sz="2000" b="0" i="0" kern="1200" noProof="0" dirty="0"/>
            <a:t>Finding observations in the data set that are identical/similar on all variables in the adjustment set except the treatment</a:t>
          </a:r>
          <a:endParaRPr lang="en-GB" sz="2000" kern="1200" noProof="0" dirty="0"/>
        </a:p>
      </dsp:txBody>
      <dsp:txXfrm>
        <a:off x="4059" y="1071406"/>
        <a:ext cx="2441188" cy="2854800"/>
      </dsp:txXfrm>
    </dsp:sp>
    <dsp:sp modelId="{EA261386-0CBB-4C34-B42F-E150678D9C06}">
      <dsp:nvSpPr>
        <dsp:cNvPr id="0" name=""/>
        <dsp:cNvSpPr/>
      </dsp:nvSpPr>
      <dsp:spPr>
        <a:xfrm>
          <a:off x="2787015" y="94930"/>
          <a:ext cx="2441188" cy="976475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rtlCol="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noProof="0" dirty="0">
              <a:latin typeface="+mj-lt"/>
            </a:rPr>
            <a:t>Weighting</a:t>
          </a:r>
        </a:p>
      </dsp:txBody>
      <dsp:txXfrm>
        <a:off x="2787015" y="94930"/>
        <a:ext cx="2441188" cy="976475"/>
      </dsp:txXfrm>
    </dsp:sp>
    <dsp:sp modelId="{0897E450-147D-4359-8F67-7B12FAF8A274}">
      <dsp:nvSpPr>
        <dsp:cNvPr id="0" name=""/>
        <dsp:cNvSpPr/>
      </dsp:nvSpPr>
      <dsp:spPr>
        <a:xfrm>
          <a:off x="2787015" y="1071406"/>
          <a:ext cx="2441188" cy="2854800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rtlCol="0" anchor="t" anchorCtr="0">
          <a:noAutofit/>
        </a:bodyPr>
        <a:lstStyle/>
        <a:p>
          <a:pPr marL="0" lvl="1" indent="-228600" algn="l" defTabSz="8890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GB" sz="2000" b="0" i="0" kern="1200" noProof="0" dirty="0"/>
            <a:t>Determining the propensities for treatment of each level of each variable and weighting the outcome accordingly</a:t>
          </a:r>
          <a:endParaRPr lang="en-GB" sz="2000" kern="1200" noProof="0" dirty="0"/>
        </a:p>
      </dsp:txBody>
      <dsp:txXfrm>
        <a:off x="2787015" y="1071406"/>
        <a:ext cx="2441188" cy="2854800"/>
      </dsp:txXfrm>
    </dsp:sp>
    <dsp:sp modelId="{3FF758F5-8414-4821-9708-4556B66B9BE4}">
      <dsp:nvSpPr>
        <dsp:cNvPr id="0" name=""/>
        <dsp:cNvSpPr/>
      </dsp:nvSpPr>
      <dsp:spPr>
        <a:xfrm>
          <a:off x="5569970" y="94930"/>
          <a:ext cx="2441188" cy="9764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rtlCol="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800" kern="1200" noProof="0" dirty="0">
              <a:latin typeface="+mj-lt"/>
            </a:rPr>
            <a:t>Regression</a:t>
          </a:r>
        </a:p>
      </dsp:txBody>
      <dsp:txXfrm>
        <a:off x="5569970" y="94930"/>
        <a:ext cx="2441188" cy="976475"/>
      </dsp:txXfrm>
    </dsp:sp>
    <dsp:sp modelId="{1370F629-ED9C-446C-83FD-0A0C177A63AA}">
      <dsp:nvSpPr>
        <dsp:cNvPr id="0" name=""/>
        <dsp:cNvSpPr/>
      </dsp:nvSpPr>
      <dsp:spPr>
        <a:xfrm>
          <a:off x="5569970" y="1071406"/>
          <a:ext cx="2441188" cy="28548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rtlCol="0" anchor="t" anchorCtr="0">
          <a:noAutofit/>
        </a:bodyPr>
        <a:lstStyle/>
        <a:p>
          <a:pPr marL="0" lvl="1" indent="-228600" algn="l" defTabSz="8890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GB" sz="2000" b="0" i="0" kern="1200" noProof="0" dirty="0"/>
            <a:t>In regression models that include all variables in the adjustment set, the coefficient for the treatment variable is proportional to the treatment effect</a:t>
          </a:r>
          <a:endParaRPr lang="en-GB" sz="2000" kern="1200" noProof="0" dirty="0"/>
        </a:p>
      </dsp:txBody>
      <dsp:txXfrm>
        <a:off x="5569970" y="1071406"/>
        <a:ext cx="2441188" cy="2854800"/>
      </dsp:txXfrm>
    </dsp:sp>
    <dsp:sp modelId="{1B522A00-4193-4050-BA4E-51723F867B10}">
      <dsp:nvSpPr>
        <dsp:cNvPr id="0" name=""/>
        <dsp:cNvSpPr/>
      </dsp:nvSpPr>
      <dsp:spPr>
        <a:xfrm>
          <a:off x="8352926" y="94930"/>
          <a:ext cx="2441188" cy="9764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rtlCol="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800" kern="1200" noProof="0" dirty="0">
              <a:latin typeface="+mj-lt"/>
            </a:rPr>
            <a:t>Machine learning</a:t>
          </a:r>
        </a:p>
      </dsp:txBody>
      <dsp:txXfrm>
        <a:off x="8352926" y="94930"/>
        <a:ext cx="2441188" cy="976475"/>
      </dsp:txXfrm>
    </dsp:sp>
    <dsp:sp modelId="{602FF8D8-728D-4A98-99E2-D4BE66C4E4D7}">
      <dsp:nvSpPr>
        <dsp:cNvPr id="0" name=""/>
        <dsp:cNvSpPr/>
      </dsp:nvSpPr>
      <dsp:spPr>
        <a:xfrm>
          <a:off x="8352926" y="1071406"/>
          <a:ext cx="2441188" cy="285480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rtlCol="0" anchor="t" anchorCtr="0">
          <a:noAutofit/>
        </a:bodyPr>
        <a:lstStyle/>
        <a:p>
          <a:pPr marL="0" lvl="1" indent="-228600" algn="l" defTabSz="8890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GB" sz="2000" b="0" i="0" kern="1200" noProof="0" dirty="0"/>
            <a:t>Integrating causal models into machine learning algorithms</a:t>
          </a:r>
          <a:endParaRPr lang="en-GB" sz="2000" kern="1200" noProof="0" dirty="0"/>
        </a:p>
      </dsp:txBody>
      <dsp:txXfrm>
        <a:off x="8352926" y="1071406"/>
        <a:ext cx="2441188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8E7403-EB4A-4177-AFCE-6A9D7B160C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49177-C030-4043-9380-EA6E4C94A1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63C334-78CA-4E1A-9D54-3E3430963041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C83CE-EC9B-40C4-BD7A-48797AE5B1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9A75D-9B4E-4704-98C7-2A42472F11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4CC6D6D-E986-427F-AD9C-4E9408DDB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7748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38705E-AAE8-4335-B5A5-B8C4E9E55DA7}" type="datetime1">
              <a:rPr lang="en-GB" smtClean="0"/>
              <a:pPr/>
              <a:t>03/11/2025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15A580F-E35D-42E1-AF82-E41CC201EA91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536806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115A580F-E35D-42E1-AF82-E41CC201EA9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100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7769C21-FF48-4BAC-88E9-1290DC654EB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655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05869-099A-4669-B809-1E345EE5B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50A4D-71CF-9619-21D3-4E128969E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526C0-63AD-2B4A-B78C-B2B4C7309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80B3E-FB2A-328F-933E-FFB6E67DC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7769C21-FF48-4BAC-88E9-1290DC654EB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327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7EDE3-0261-FA50-DAFA-B7C3E8F2E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0CF46E-19BA-3277-0D39-5C5D1289A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04E325-3FBA-9E23-E06E-CEC6C01AD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921B1-B6FF-2A41-8EA5-6ECD74647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7769C21-FF48-4BAC-88E9-1290DC654EB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219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A0A01-C8CB-468C-74A5-AF8227005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FE409-C6F4-7196-FF45-9B5DAF544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B0735-54AC-7705-F0CF-9B1F96F97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7CF2E-21FF-75C6-148C-660C90811D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7769C21-FF48-4BAC-88E9-1290DC654EB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608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D1141-2853-64A1-B97C-A4F4FB872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8D94B7-3400-1A6A-8C17-AA56A8E92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0DA57-B3BA-9375-84DA-DFD6354AD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5B042-6567-98F2-9E08-A5080B6E1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7769C21-FF48-4BAC-88E9-1290DC654EB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206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260A5-FC61-D755-7E16-32D4E4555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03E6F-720C-44DA-B932-01C850B65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BD813-3F4D-986C-8CE2-9EF03E03E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1F5E6-D410-D1DA-83B3-5D3FF9CBB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7769C21-FF48-4BAC-88E9-1290DC654EB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976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12064-3896-5C83-CFAA-FB4DA9D0B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6C2FFC-4F70-61F0-85CA-B3F93D714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23A4D-6B45-3DF1-37B2-C5A267FE8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3E386-3148-316D-2A64-35D348D3C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7769C21-FF48-4BAC-88E9-1290DC654EB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141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B5201-4F84-C375-5039-708D47DBD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1F28C-B2C9-6179-4443-913256C00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CEA3B-DB52-FC7D-8CEC-7D793899F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A9B0E-2DE7-CFBF-B5D3-1A28B22E8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7769C21-FF48-4BAC-88E9-1290DC654EB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7016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961EFD6-34B6-4621-AFFD-CC7DD286577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081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AE580-6584-90CE-3983-FAD0FEA7E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E2486-815E-2DEC-0F76-B4ABD9829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EC3FE-8A24-D5E0-F554-7C9095628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4EFEA-0E3C-0C34-8FD7-3E4CE25D7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7769C21-FF48-4BAC-88E9-1290DC654EB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990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8C5AE-7F61-472B-CA86-4F7B416CA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E32EB-AA9A-0E85-295E-A9E7CB60D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2B7ED-0DA4-F695-3F18-7FEF33D68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11191-E896-C7A8-83CB-E925FAD59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7769C21-FF48-4BAC-88E9-1290DC654EB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190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E8510-7DE1-3104-F876-301F99621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5F825-933E-A04A-2066-27A84810C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6D835-8228-8773-FA05-BD2B5B981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79DBA-DC3A-1522-E56F-19AA7FAC4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7769C21-FF48-4BAC-88E9-1290DC654EB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8519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1F02D-108E-361A-8EDB-573DEBF9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E3A2F-6B22-D886-D6F7-B8037FE4E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6249EF-F72E-D72E-C272-BA7418A15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8692A-F886-8E7D-6D5E-A6E0583C9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7769C21-FF48-4BAC-88E9-1290DC654EB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8630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6F4A46A-06E0-4B10-B874-2B434C3E2E6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530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224DCA5-A7A8-4689-8651-5E03C020EB3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029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(Generic)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6C591FD-0C2E-0147-9E4B-78F2739535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409"/>
          <a:stretch/>
        </p:blipFill>
        <p:spPr>
          <a:xfrm>
            <a:off x="0" y="287614"/>
            <a:ext cx="12192000" cy="63498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800EF8-4A82-8A4C-96A0-D78EBD9ED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2" y="1200966"/>
            <a:ext cx="11308514" cy="1254368"/>
          </a:xfrm>
        </p:spPr>
        <p:txBody>
          <a:bodyPr anchor="b"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Divider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2A1BD-6EA5-5148-AC97-A6CE1E268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482" y="2701600"/>
            <a:ext cx="11308514" cy="6674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7656D9-9D1F-644F-B2BC-CDFC924CB013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3B0BE-4230-5A43-9A44-A12CA967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5D77C7F-BED0-1943-A8CF-65841B407A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427136840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Header_Numbered_Blu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D27BC19-3CD6-DE4F-9A8F-BE281619E0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39"/>
          <a:stretch/>
        </p:blipFill>
        <p:spPr>
          <a:xfrm>
            <a:off x="0" y="287614"/>
            <a:ext cx="12192000" cy="6382127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14A5F752-6D8F-8848-8865-AF70C7BD5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99" y="1200966"/>
            <a:ext cx="10190237" cy="1254368"/>
          </a:xfrm>
        </p:spPr>
        <p:txBody>
          <a:bodyPr anchor="b"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Divider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4BE570C-27EA-EE4A-AD9C-8A9B31E001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1999" y="2701600"/>
            <a:ext cx="10190237" cy="667400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53092-D740-6540-B7AE-F0CB31714E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42170" y="1201738"/>
            <a:ext cx="1349830" cy="1253596"/>
          </a:xfrm>
          <a:solidFill>
            <a:schemeClr val="tx2"/>
          </a:solidFill>
        </p:spPr>
        <p:txBody>
          <a:bodyPr lIns="180000" bIns="108000" anchor="b" anchorCtr="0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459734-FA53-4240-AF77-AAC234C3CDDF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3B0BE-4230-5A43-9A44-A12CA967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C83323F-04D5-7C47-BB49-F923354D7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742594934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0DCFE4-6A09-064C-8E7D-05CCDAEA5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48" y="5379496"/>
            <a:ext cx="2628451" cy="1478505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2392BA23-7369-4C4F-BEB2-7433F39C1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 1">
            <a:extLst>
              <a:ext uri="{FF2B5EF4-FFF2-40B4-BE49-F238E27FC236}">
                <a16:creationId xmlns:a16="http://schemas.microsoft.com/office/drawing/2014/main" id="{26D2DFD4-F642-A440-B1F0-2620AEF64C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800" y="1973730"/>
            <a:ext cx="583184" cy="583184"/>
          </a:xfrm>
          <a:prstGeom prst="rect">
            <a:avLst/>
          </a:prstGeom>
          <a:solidFill>
            <a:srgbClr val="005EB8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7" name="Content Placeholder 2 1">
            <a:extLst>
              <a:ext uri="{FF2B5EF4-FFF2-40B4-BE49-F238E27FC236}">
                <a16:creationId xmlns:a16="http://schemas.microsoft.com/office/drawing/2014/main" id="{99CDD3E4-8913-2043-BB35-0E7898C497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46712" y="1973730"/>
            <a:ext cx="10597585" cy="583184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Text Placeholder 2 2">
            <a:extLst>
              <a:ext uri="{FF2B5EF4-FFF2-40B4-BE49-F238E27FC236}">
                <a16:creationId xmlns:a16="http://schemas.microsoft.com/office/drawing/2014/main" id="{FC072391-927C-BA43-9C2E-BED85AF97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751" y="2812085"/>
            <a:ext cx="583184" cy="583184"/>
          </a:xfrm>
          <a:prstGeom prst="rect">
            <a:avLst/>
          </a:prstGeom>
          <a:solidFill>
            <a:srgbClr val="00A499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9" name="Content Placeholder 2 2">
            <a:extLst>
              <a:ext uri="{FF2B5EF4-FFF2-40B4-BE49-F238E27FC236}">
                <a16:creationId xmlns:a16="http://schemas.microsoft.com/office/drawing/2014/main" id="{02305136-9E71-644A-BD89-21A609B3580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54663" y="2812085"/>
            <a:ext cx="10597585" cy="583184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Text Placeholder 2 3">
            <a:extLst>
              <a:ext uri="{FF2B5EF4-FFF2-40B4-BE49-F238E27FC236}">
                <a16:creationId xmlns:a16="http://schemas.microsoft.com/office/drawing/2014/main" id="{F1FE5606-95D5-9F42-A84F-A418F6E7B1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799" y="3674832"/>
            <a:ext cx="591136" cy="591136"/>
          </a:xfrm>
          <a:prstGeom prst="rect">
            <a:avLst/>
          </a:prstGeom>
          <a:solidFill>
            <a:srgbClr val="78BE20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11" name="Content Placeholder 2 3">
            <a:extLst>
              <a:ext uri="{FF2B5EF4-FFF2-40B4-BE49-F238E27FC236}">
                <a16:creationId xmlns:a16="http://schemas.microsoft.com/office/drawing/2014/main" id="{178EADC8-EC77-784C-A0C1-49D958B7686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146711" y="3674832"/>
            <a:ext cx="10597585" cy="591136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1" name="Text Placeholder 2 4">
            <a:extLst>
              <a:ext uri="{FF2B5EF4-FFF2-40B4-BE49-F238E27FC236}">
                <a16:creationId xmlns:a16="http://schemas.microsoft.com/office/drawing/2014/main" id="{D090BC71-3F48-A040-B820-EFBF2778F7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99" y="4534291"/>
            <a:ext cx="591136" cy="591136"/>
          </a:xfrm>
          <a:prstGeom prst="rect">
            <a:avLst/>
          </a:prstGeom>
          <a:solidFill>
            <a:srgbClr val="330072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13" name="Content Placeholder 2 4">
            <a:extLst>
              <a:ext uri="{FF2B5EF4-FFF2-40B4-BE49-F238E27FC236}">
                <a16:creationId xmlns:a16="http://schemas.microsoft.com/office/drawing/2014/main" id="{C5110AD0-4CD6-E548-92B5-8B3C68FB1351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1146711" y="4534291"/>
            <a:ext cx="10597585" cy="591136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Text Placeholder 2 5">
            <a:extLst>
              <a:ext uri="{FF2B5EF4-FFF2-40B4-BE49-F238E27FC236}">
                <a16:creationId xmlns:a16="http://schemas.microsoft.com/office/drawing/2014/main" id="{251BF3F3-DF80-E548-AD18-D4CA5EF51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799" y="5427735"/>
            <a:ext cx="591136" cy="591136"/>
          </a:xfrm>
          <a:prstGeom prst="rect">
            <a:avLst/>
          </a:prstGeom>
          <a:solidFill>
            <a:srgbClr val="AE2573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14" name="Content Placeholder 2 5">
            <a:extLst>
              <a:ext uri="{FF2B5EF4-FFF2-40B4-BE49-F238E27FC236}">
                <a16:creationId xmlns:a16="http://schemas.microsoft.com/office/drawing/2014/main" id="{A9C40B59-5690-0B4D-BEF0-561F5CD5CF0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146711" y="5427735"/>
            <a:ext cx="10597585" cy="591136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C532AC-0989-0342-B5F6-91403C9CE51F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EB24C1FE-264D-7444-B7A1-C5C34FC55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D26601BA-3031-664A-A796-4FEF4354D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43361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63FEF36-47B7-7140-B8E1-60825A43B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48" y="5379496"/>
            <a:ext cx="2628451" cy="1478505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97ECCF55-A473-9C45-B91C-39CD0EF15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6" name="Text Placeholder 2 1">
            <a:extLst>
              <a:ext uri="{FF2B5EF4-FFF2-40B4-BE49-F238E27FC236}">
                <a16:creationId xmlns:a16="http://schemas.microsoft.com/office/drawing/2014/main" id="{F55302C6-AB15-5540-B97C-4C6C5A8706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800" y="1973730"/>
            <a:ext cx="583184" cy="583184"/>
          </a:xfrm>
          <a:prstGeom prst="rect">
            <a:avLst/>
          </a:prstGeom>
          <a:solidFill>
            <a:srgbClr val="005EB8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1" name="Content Placeholder 2 1">
            <a:extLst>
              <a:ext uri="{FF2B5EF4-FFF2-40B4-BE49-F238E27FC236}">
                <a16:creationId xmlns:a16="http://schemas.microsoft.com/office/drawing/2014/main" id="{645A1B1B-9C5A-1D42-87E5-DA834FAC6C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46713" y="1971360"/>
            <a:ext cx="4776744" cy="598496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7" name="Text Placeholder 2 2">
            <a:extLst>
              <a:ext uri="{FF2B5EF4-FFF2-40B4-BE49-F238E27FC236}">
                <a16:creationId xmlns:a16="http://schemas.microsoft.com/office/drawing/2014/main" id="{CBB911C9-268D-9A4C-A08B-67C79C2550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751" y="2812085"/>
            <a:ext cx="583184" cy="583184"/>
          </a:xfrm>
          <a:prstGeom prst="rect">
            <a:avLst/>
          </a:prstGeom>
          <a:solidFill>
            <a:srgbClr val="00A499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52" name="Content Placeholder 2 2">
            <a:extLst>
              <a:ext uri="{FF2B5EF4-FFF2-40B4-BE49-F238E27FC236}">
                <a16:creationId xmlns:a16="http://schemas.microsoft.com/office/drawing/2014/main" id="{29DBB1D6-A748-FF4B-9F84-3F2C623828C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54664" y="2808071"/>
            <a:ext cx="4776744" cy="583184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8" name="Text Placeholder 2 3">
            <a:extLst>
              <a:ext uri="{FF2B5EF4-FFF2-40B4-BE49-F238E27FC236}">
                <a16:creationId xmlns:a16="http://schemas.microsoft.com/office/drawing/2014/main" id="{F70E0907-D294-804B-825D-8EBEAFF3C4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799" y="3674832"/>
            <a:ext cx="591136" cy="591136"/>
          </a:xfrm>
          <a:prstGeom prst="rect">
            <a:avLst/>
          </a:prstGeom>
          <a:solidFill>
            <a:srgbClr val="78BE20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53" name="Content Placeholder 2 3">
            <a:extLst>
              <a:ext uri="{FF2B5EF4-FFF2-40B4-BE49-F238E27FC236}">
                <a16:creationId xmlns:a16="http://schemas.microsoft.com/office/drawing/2014/main" id="{70DCBD9D-B81A-7249-867B-1C72CDE5ABE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146712" y="3674245"/>
            <a:ext cx="4776744" cy="591136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9" name="Text Placeholder 2 4">
            <a:extLst>
              <a:ext uri="{FF2B5EF4-FFF2-40B4-BE49-F238E27FC236}">
                <a16:creationId xmlns:a16="http://schemas.microsoft.com/office/drawing/2014/main" id="{4C6F3AE5-03AC-CC4E-8DEF-FD20E58888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99" y="4534291"/>
            <a:ext cx="591136" cy="591136"/>
          </a:xfrm>
          <a:prstGeom prst="rect">
            <a:avLst/>
          </a:prstGeom>
          <a:solidFill>
            <a:srgbClr val="330072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54" name="Content Placeholder 2 4">
            <a:extLst>
              <a:ext uri="{FF2B5EF4-FFF2-40B4-BE49-F238E27FC236}">
                <a16:creationId xmlns:a16="http://schemas.microsoft.com/office/drawing/2014/main" id="{FD26B57A-CC41-564F-B1E9-06631A9B52B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1146712" y="4526928"/>
            <a:ext cx="4776744" cy="598499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0" name="Text Placeholder 2 5">
            <a:extLst>
              <a:ext uri="{FF2B5EF4-FFF2-40B4-BE49-F238E27FC236}">
                <a16:creationId xmlns:a16="http://schemas.microsoft.com/office/drawing/2014/main" id="{06977F78-8282-F648-A37F-295C19D974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799" y="5427735"/>
            <a:ext cx="591136" cy="591136"/>
          </a:xfrm>
          <a:prstGeom prst="rect">
            <a:avLst/>
          </a:prstGeom>
          <a:solidFill>
            <a:srgbClr val="AE2573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55" name="Content Placeholder 2 5">
            <a:extLst>
              <a:ext uri="{FF2B5EF4-FFF2-40B4-BE49-F238E27FC236}">
                <a16:creationId xmlns:a16="http://schemas.microsoft.com/office/drawing/2014/main" id="{01647BEF-5491-BC44-9C9F-8268F31824B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146712" y="5435687"/>
            <a:ext cx="4776744" cy="591136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6" name="Text Placeholder 2 6">
            <a:extLst>
              <a:ext uri="{FF2B5EF4-FFF2-40B4-BE49-F238E27FC236}">
                <a16:creationId xmlns:a16="http://schemas.microsoft.com/office/drawing/2014/main" id="{DCE470A7-8F0B-8049-A937-75F84C7B7F1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52641" y="1971361"/>
            <a:ext cx="583184" cy="583184"/>
          </a:xfrm>
          <a:prstGeom prst="rect">
            <a:avLst/>
          </a:prstGeom>
          <a:solidFill>
            <a:srgbClr val="AE2573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06</a:t>
            </a:r>
          </a:p>
        </p:txBody>
      </p:sp>
      <p:sp>
        <p:nvSpPr>
          <p:cNvPr id="61" name="Content Placeholder 2 6">
            <a:extLst>
              <a:ext uri="{FF2B5EF4-FFF2-40B4-BE49-F238E27FC236}">
                <a16:creationId xmlns:a16="http://schemas.microsoft.com/office/drawing/2014/main" id="{4F8AD24C-4AF2-DF46-B634-8F463E43D9D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967554" y="1971357"/>
            <a:ext cx="4776744" cy="583184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7" name="Text Placeholder 2 7">
            <a:extLst>
              <a:ext uri="{FF2B5EF4-FFF2-40B4-BE49-F238E27FC236}">
                <a16:creationId xmlns:a16="http://schemas.microsoft.com/office/drawing/2014/main" id="{08DB7024-8A18-F244-AB10-AAEAF8E51EE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592" y="2809716"/>
            <a:ext cx="583184" cy="583184"/>
          </a:xfrm>
          <a:prstGeom prst="rect">
            <a:avLst/>
          </a:prstGeom>
          <a:solidFill>
            <a:srgbClr val="330072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07</a:t>
            </a:r>
          </a:p>
        </p:txBody>
      </p:sp>
      <p:sp>
        <p:nvSpPr>
          <p:cNvPr id="62" name="Content Placeholder 2 7">
            <a:extLst>
              <a:ext uri="{FF2B5EF4-FFF2-40B4-BE49-F238E27FC236}">
                <a16:creationId xmlns:a16="http://schemas.microsoft.com/office/drawing/2014/main" id="{275283C1-42E8-BB48-BCED-9249B9B55A52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975505" y="2808071"/>
            <a:ext cx="4776744" cy="591137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8" name="Text Placeholder 2 8">
            <a:extLst>
              <a:ext uri="{FF2B5EF4-FFF2-40B4-BE49-F238E27FC236}">
                <a16:creationId xmlns:a16="http://schemas.microsoft.com/office/drawing/2014/main" id="{216B8159-6DC4-3B49-AFE6-50DCBE57014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52640" y="3672463"/>
            <a:ext cx="591136" cy="591136"/>
          </a:xfrm>
          <a:prstGeom prst="rect">
            <a:avLst/>
          </a:prstGeom>
          <a:solidFill>
            <a:srgbClr val="78BE20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08</a:t>
            </a:r>
          </a:p>
        </p:txBody>
      </p:sp>
      <p:sp>
        <p:nvSpPr>
          <p:cNvPr id="63" name="Content Placeholder 2 8">
            <a:extLst>
              <a:ext uri="{FF2B5EF4-FFF2-40B4-BE49-F238E27FC236}">
                <a16:creationId xmlns:a16="http://schemas.microsoft.com/office/drawing/2014/main" id="{41A64827-60B2-DF4B-B993-F60FDA751B70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967553" y="3671876"/>
            <a:ext cx="4776744" cy="591136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9" name="Text Placeholder 2 9">
            <a:extLst>
              <a:ext uri="{FF2B5EF4-FFF2-40B4-BE49-F238E27FC236}">
                <a16:creationId xmlns:a16="http://schemas.microsoft.com/office/drawing/2014/main" id="{5A9C371E-757C-2046-B926-D966813E18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52640" y="4531922"/>
            <a:ext cx="591136" cy="591136"/>
          </a:xfrm>
          <a:prstGeom prst="rect">
            <a:avLst/>
          </a:prstGeom>
          <a:solidFill>
            <a:srgbClr val="00A499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09</a:t>
            </a:r>
          </a:p>
        </p:txBody>
      </p:sp>
      <p:sp>
        <p:nvSpPr>
          <p:cNvPr id="64" name="Content Placeholder 2 9">
            <a:extLst>
              <a:ext uri="{FF2B5EF4-FFF2-40B4-BE49-F238E27FC236}">
                <a16:creationId xmlns:a16="http://schemas.microsoft.com/office/drawing/2014/main" id="{3684E07B-2455-634C-8CFB-F1BBD5FCEEC9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6967553" y="4526927"/>
            <a:ext cx="4776744" cy="598499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0" name="Text Placeholder 2 10">
            <a:extLst>
              <a:ext uri="{FF2B5EF4-FFF2-40B4-BE49-F238E27FC236}">
                <a16:creationId xmlns:a16="http://schemas.microsoft.com/office/drawing/2014/main" id="{6B5F1602-8639-864B-9C20-B665921CEE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52640" y="5425366"/>
            <a:ext cx="591136" cy="591136"/>
          </a:xfrm>
          <a:prstGeom prst="rect">
            <a:avLst/>
          </a:prstGeom>
          <a:solidFill>
            <a:srgbClr val="005EB8"/>
          </a:solidFill>
        </p:spPr>
        <p:txBody>
          <a:bodyPr anchor="ctr" anchorCtr="1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10</a:t>
            </a:r>
          </a:p>
        </p:txBody>
      </p:sp>
      <p:sp>
        <p:nvSpPr>
          <p:cNvPr id="65" name="Content Placeholder 2 10">
            <a:extLst>
              <a:ext uri="{FF2B5EF4-FFF2-40B4-BE49-F238E27FC236}">
                <a16:creationId xmlns:a16="http://schemas.microsoft.com/office/drawing/2014/main" id="{E1E3ECBC-8F4D-1847-8009-BD5B3AC28115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6967553" y="5435686"/>
            <a:ext cx="4776744" cy="591136"/>
          </a:xfr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286636-6225-5B49-8EEC-364CC19F6CE2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CE3613A6-9DE3-E34D-A89C-F44C58380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93088E65-2F08-1340-829E-6BFC9AB898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90584471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AC8B33C-7404-CE48-95C8-371AE0B24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48" y="5379496"/>
            <a:ext cx="2628451" cy="1478505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69C4483A-E05A-A84B-B531-FBE49D966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0987DA-20E4-6D48-AE56-E1B191556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98" y="1982002"/>
            <a:ext cx="11324571" cy="3908659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7DC913-8B44-6F4D-BBD1-D0FAFE2AE07A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E5E9D86-743C-F74A-9A6F-FFB72189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74DFD37-5C25-9346-BB23-9431097F3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96633794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708EA3C5-6F1A-2446-ABB1-CC6C0894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0987DA-20E4-6D48-AE56-E1B191556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98" y="1982003"/>
            <a:ext cx="11324571" cy="4169722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7DC913-8B44-6F4D-BBD1-D0FAFE2AE07A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E5E9D86-743C-F74A-9A6F-FFB72189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6F7EB3B-BF46-5F41-B350-C39BC478B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52745892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5F9B575-C4C6-F44D-A6D3-B60496412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48" y="5379496"/>
            <a:ext cx="2628451" cy="1478505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8A35A889-2768-4C4C-AA10-49AE998C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51529-D023-7E41-AEF9-89D071FA4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988230"/>
            <a:ext cx="5400000" cy="41697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E038F-054E-0B4F-A5EE-E86784A74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6571" y="1988230"/>
            <a:ext cx="5400000" cy="39715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59C873-56A2-304B-92A0-BC9B7DADE5BE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45326F8-980D-BC46-93D3-551DA470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2E80DAE-C4AA-FB42-9B36-23D672649A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5326683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D9E368BD-972E-D949-AE14-538466A11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E73C0D-DA18-3248-9CEA-A6BB9A565107}"/>
              </a:ext>
            </a:extLst>
          </p:cNvPr>
          <p:cNvSpPr/>
          <p:nvPr/>
        </p:nvSpPr>
        <p:spPr>
          <a:xfrm>
            <a:off x="0" y="6261100"/>
            <a:ext cx="12192000" cy="2012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51529-D023-7E41-AEF9-89D071FA4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988230"/>
            <a:ext cx="5400000" cy="41697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E038F-054E-0B4F-A5EE-E86784A74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6571" y="1988230"/>
            <a:ext cx="5400000" cy="41697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721942-D8CD-694B-8CCD-AAEFD4962AE5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6E98A21-A0FD-D347-A97A-4953A618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1F4A48A-7CCB-9F49-AF15-3EEBBA0C7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259798131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lumn Highligh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0EAF0D2-FA2E-AD42-B042-534411E7C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48" y="5379496"/>
            <a:ext cx="2628451" cy="147850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8A686D5D-70BA-514B-BF89-47FD0101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24A4120-0160-F448-8A6D-47C24B4AD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988230"/>
            <a:ext cx="5400000" cy="41697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49A68C2-F296-5549-998A-6FA8C47BFD6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56571" y="1988231"/>
            <a:ext cx="5400000" cy="3971523"/>
          </a:xfrm>
          <a:solidFill>
            <a:srgbClr val="005EB8"/>
          </a:solidFill>
        </p:spPr>
        <p:txBody>
          <a:bodyPr lIns="216000" tIns="216000" rIns="216000" bIns="216000"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B1E89D-72C6-2642-B62B-3BB7A6221728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2B95B44-21E2-1046-B4A6-28619093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BB3C897-B8D5-1646-B853-88643AC535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12337144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wo Column Highligh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3E67D8E1-7841-C74B-B487-C10FE5DC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24A4120-0160-F448-8A6D-47C24B4AD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988230"/>
            <a:ext cx="5400000" cy="41697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49A68C2-F296-5549-998A-6FA8C47BFD6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56571" y="1988231"/>
            <a:ext cx="5400000" cy="4169721"/>
          </a:xfrm>
          <a:solidFill>
            <a:srgbClr val="005EB8"/>
          </a:solidFill>
        </p:spPr>
        <p:txBody>
          <a:bodyPr lIns="216000" tIns="216000" rIns="216000" bIns="216000"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F58A02A-4F30-1B41-8410-4E1D79EC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47458A9-8921-C441-9779-EFECB33F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750222838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wo Column Highligh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BB84AD4-4CE3-1C4B-BBA9-2A0D02D8F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48" y="5379496"/>
            <a:ext cx="2628451" cy="147850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6F9B51D-E824-DB41-828A-340F38DAE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24A4120-0160-F448-8A6D-47C24B4AD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988230"/>
            <a:ext cx="5400000" cy="41697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49A68C2-F296-5549-998A-6FA8C47BFD6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56571" y="1988231"/>
            <a:ext cx="5400000" cy="3971523"/>
          </a:xfrm>
          <a:solidFill>
            <a:srgbClr val="00A499"/>
          </a:solidFill>
        </p:spPr>
        <p:txBody>
          <a:bodyPr lIns="216000" tIns="216000" rIns="216000" bIns="216000"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B1E89D-72C6-2642-B62B-3BB7A6221728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2B95B44-21E2-1046-B4A6-28619093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0C05FDA-46E3-D040-912E-90D5AD73BF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113176131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 Highligh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6B299F35-6AEA-7246-BA26-D058C875C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24A4120-0160-F448-8A6D-47C24B4AD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988230"/>
            <a:ext cx="5400000" cy="41697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49A68C2-F296-5549-998A-6FA8C47BFD6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56571" y="1988231"/>
            <a:ext cx="5400000" cy="4169721"/>
          </a:xfrm>
          <a:solidFill>
            <a:srgbClr val="00A499"/>
          </a:solidFill>
        </p:spPr>
        <p:txBody>
          <a:bodyPr lIns="216000" tIns="216000" rIns="216000" bIns="216000"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55844D5-A118-1B43-9ECE-D03B9E4E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43E5258-EC56-6E44-AE5D-D6B9CD40A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396676252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wo Column Highligh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BA57C7F-C915-D345-9684-784234652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48" y="5379496"/>
            <a:ext cx="2628451" cy="147850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06328C8-47CC-2B4E-A330-CCE395397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24A4120-0160-F448-8A6D-47C24B4AD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988230"/>
            <a:ext cx="5400000" cy="41697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49A68C2-F296-5549-998A-6FA8C47BFD6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56571" y="1988231"/>
            <a:ext cx="5400000" cy="3971523"/>
          </a:xfrm>
          <a:solidFill>
            <a:srgbClr val="78BE20"/>
          </a:solidFill>
        </p:spPr>
        <p:txBody>
          <a:bodyPr lIns="216000" tIns="216000" rIns="216000" bIns="216000"/>
          <a:lstStyle>
            <a:lvl1pPr>
              <a:defRPr b="0" i="0">
                <a:solidFill>
                  <a:schemeClr val="tx1"/>
                </a:solidFill>
                <a:latin typeface="+mn-lt"/>
              </a:defRPr>
            </a:lvl1pPr>
            <a:lvl2pPr>
              <a:defRPr b="0" i="0">
                <a:solidFill>
                  <a:schemeClr val="tx1"/>
                </a:solidFill>
                <a:latin typeface="+mn-lt"/>
              </a:defRPr>
            </a:lvl2pPr>
            <a:lvl3pPr>
              <a:defRPr b="0" i="0">
                <a:solidFill>
                  <a:schemeClr val="tx1"/>
                </a:solidFill>
                <a:latin typeface="+mn-lt"/>
              </a:defRPr>
            </a:lvl3pPr>
            <a:lvl4pPr>
              <a:defRPr b="0" i="0">
                <a:solidFill>
                  <a:schemeClr val="tx1"/>
                </a:solidFill>
                <a:latin typeface="+mn-lt"/>
              </a:defRPr>
            </a:lvl4pPr>
            <a:lvl5pPr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B1E89D-72C6-2642-B62B-3BB7A6221728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2B95B44-21E2-1046-B4A6-28619093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85A1240-4093-354E-A162-C823B3B24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607075340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wo Column Highligh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E120FB78-A745-8241-A7C8-4DF6CAACA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24A4120-0160-F448-8A6D-47C24B4AD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988230"/>
            <a:ext cx="5400000" cy="41697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49A68C2-F296-5549-998A-6FA8C47BFD6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56571" y="1988231"/>
            <a:ext cx="5400000" cy="4169721"/>
          </a:xfrm>
          <a:solidFill>
            <a:srgbClr val="78BE20"/>
          </a:solidFill>
        </p:spPr>
        <p:txBody>
          <a:bodyPr lIns="216000" tIns="216000" rIns="216000" bIns="216000"/>
          <a:lstStyle>
            <a:lvl1pPr>
              <a:defRPr b="0" i="0">
                <a:solidFill>
                  <a:schemeClr val="tx1"/>
                </a:solidFill>
                <a:latin typeface="+mn-lt"/>
              </a:defRPr>
            </a:lvl1pPr>
            <a:lvl2pPr>
              <a:defRPr b="0" i="0">
                <a:solidFill>
                  <a:schemeClr val="tx1"/>
                </a:solidFill>
                <a:latin typeface="+mn-lt"/>
              </a:defRPr>
            </a:lvl2pPr>
            <a:lvl3pPr>
              <a:defRPr b="0" i="0">
                <a:solidFill>
                  <a:schemeClr val="tx1"/>
                </a:solidFill>
                <a:latin typeface="+mn-lt"/>
              </a:defRPr>
            </a:lvl3pPr>
            <a:lvl4pPr>
              <a:defRPr b="0" i="0">
                <a:solidFill>
                  <a:schemeClr val="tx1"/>
                </a:solidFill>
                <a:latin typeface="+mn-lt"/>
              </a:defRPr>
            </a:lvl4pPr>
            <a:lvl5pPr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EF3AE90-5E55-A74B-844A-03A18DED3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4E81345-1B69-024A-B257-123957D29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96657373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lumn Highligh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E234D27-A859-C841-A017-A89CF33BB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24A4120-0160-F448-8A6D-47C24B4AD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988230"/>
            <a:ext cx="5400000" cy="41697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49A68C2-F296-5549-998A-6FA8C47BFD6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56571" y="1988231"/>
            <a:ext cx="5400000" cy="4169721"/>
          </a:xfrm>
          <a:solidFill>
            <a:srgbClr val="330072"/>
          </a:solidFill>
        </p:spPr>
        <p:txBody>
          <a:bodyPr lIns="216000" tIns="216000" rIns="216000" bIns="216000"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B1B5F4C-E8D4-2849-AFAD-B868221C7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6BBE3C-C36E-134B-8333-DF628E7F9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075479109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wo Column Highligh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92F62A9-6335-5E4A-93E4-EA979BABC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48" y="5379496"/>
            <a:ext cx="2628451" cy="147850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BD5FF46-E79B-A44C-B553-973D1ADF5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24A4120-0160-F448-8A6D-47C24B4AD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988230"/>
            <a:ext cx="5400000" cy="41697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49A68C2-F296-5549-998A-6FA8C47BFD6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56571" y="1988231"/>
            <a:ext cx="5400000" cy="3971523"/>
          </a:xfrm>
          <a:solidFill>
            <a:srgbClr val="330072"/>
          </a:solidFill>
        </p:spPr>
        <p:txBody>
          <a:bodyPr lIns="216000" tIns="216000" rIns="216000" bIns="216000"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B1E89D-72C6-2642-B62B-3BB7A6221728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2B95B44-21E2-1046-B4A6-28619093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80AEFE7-84DF-8645-B871-F106CF78D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455087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wo Column Highligh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E1E65D0-1D75-2542-BE96-E500F8C01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48" y="5379496"/>
            <a:ext cx="2628451" cy="147850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BD5FF46-E79B-A44C-B553-973D1ADF5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24A4120-0160-F448-8A6D-47C24B4AD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988230"/>
            <a:ext cx="5400000" cy="41697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49A68C2-F296-5549-998A-6FA8C47BFD6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56571" y="1988231"/>
            <a:ext cx="5400000" cy="3971523"/>
          </a:xfrm>
          <a:solidFill>
            <a:srgbClr val="AE2573"/>
          </a:solidFill>
        </p:spPr>
        <p:txBody>
          <a:bodyPr lIns="216000" tIns="216000" rIns="216000" bIns="216000"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B1E89D-72C6-2642-B62B-3BB7A6221728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2B95B44-21E2-1046-B4A6-28619093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68A0EDA-E2BA-C74C-A169-7A99E31F1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7938695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wo Column Highligh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1A58B031-9C93-7E4B-BB17-BBEDED7AA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24A4120-0160-F448-8A6D-47C24B4AD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988230"/>
            <a:ext cx="5400000" cy="41697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49A68C2-F296-5549-998A-6FA8C47BFD6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56571" y="1988231"/>
            <a:ext cx="5400000" cy="4169721"/>
          </a:xfrm>
          <a:solidFill>
            <a:srgbClr val="AE2573"/>
          </a:solidFill>
        </p:spPr>
        <p:txBody>
          <a:bodyPr lIns="216000" tIns="216000" rIns="216000" bIns="216000"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1F86378-A377-C440-B8B5-46F568FED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134C671-0554-A64E-B3D0-BF9B5066A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20046894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298B2F1-7D00-3D49-9786-255659355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7354914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1C55C8-CE44-C644-AC5F-10F16CD37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988230"/>
            <a:ext cx="7354914" cy="41697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2" descr="Picture placeholder">
            <a:extLst>
              <a:ext uri="{FF2B5EF4-FFF2-40B4-BE49-F238E27FC236}">
                <a16:creationId xmlns:a16="http://schemas.microsoft.com/office/drawing/2014/main" id="{D13B5104-82F1-1949-AC88-B14CFB2977A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217736" y="1141122"/>
            <a:ext cx="3538835" cy="501683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C3B434A-E1B3-4E46-BD23-6A1E5D8F0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F187818-C019-CA48-B565-7494FFB31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81079742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AB4E8E66-FDCF-6F43-A815-91A0621C5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5926468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06F9ED8-9659-E449-9CE4-CEDD93DF36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988230"/>
            <a:ext cx="5926468" cy="41697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2" descr="Picture placeholder">
            <a:extLst>
              <a:ext uri="{FF2B5EF4-FFF2-40B4-BE49-F238E27FC236}">
                <a16:creationId xmlns:a16="http://schemas.microsoft.com/office/drawing/2014/main" id="{EA064DD7-AFEB-0A4A-98D7-704F457F457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604000" y="1141122"/>
            <a:ext cx="5152571" cy="501683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F7C95CBF-D65D-9344-A16A-0D1EF92C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D2EC4D1-9228-7F49-BFBF-5BE3DDCD9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92416305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Highligh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DF7CF46-49B2-1B4E-9DA6-B44DF0553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48" y="5379496"/>
            <a:ext cx="2628451" cy="1478505"/>
          </a:xfrm>
          <a:prstGeom prst="rect">
            <a:avLst/>
          </a:prstGeom>
        </p:spPr>
      </p:pic>
      <p:sp>
        <p:nvSpPr>
          <p:cNvPr id="3" name="Picture Placeholder 2" descr="Picture placeholder">
            <a:extLst>
              <a:ext uri="{FF2B5EF4-FFF2-40B4-BE49-F238E27FC236}">
                <a16:creationId xmlns:a16="http://schemas.microsoft.com/office/drawing/2014/main" id="{ED9725A4-343D-DE40-9490-0E72C00FD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1999" y="1141122"/>
            <a:ext cx="11324571" cy="4836166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B8F16EE-ADAE-F043-9E47-E7D2CD869CE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43992" y="3590145"/>
            <a:ext cx="5400000" cy="2085896"/>
          </a:xfrm>
          <a:solidFill>
            <a:srgbClr val="005EB8"/>
          </a:solidFill>
        </p:spPr>
        <p:txBody>
          <a:bodyPr lIns="216000" tIns="216000" rIns="216000" bIns="216000"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7E79-7134-4E4E-AA5A-52B0095A471F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C350489-E5D8-1748-9ADD-D2977D37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983681C-CCFE-1946-88A8-1A2AC6B5F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894118711"/>
      </p:ext>
    </p:extLst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icture with Highligh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EB264D-9845-D747-BFCB-1897FD174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48" y="5379496"/>
            <a:ext cx="2628451" cy="1478505"/>
          </a:xfrm>
          <a:prstGeom prst="rect">
            <a:avLst/>
          </a:prstGeom>
        </p:spPr>
      </p:pic>
      <p:sp>
        <p:nvSpPr>
          <p:cNvPr id="11" name="Picture Placeholder 2" descr="Picture placeholder">
            <a:extLst>
              <a:ext uri="{FF2B5EF4-FFF2-40B4-BE49-F238E27FC236}">
                <a16:creationId xmlns:a16="http://schemas.microsoft.com/office/drawing/2014/main" id="{153F3B5C-50FE-4C4B-BAA3-7A547477D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1999" y="1141122"/>
            <a:ext cx="11324571" cy="4836166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29711EC-C020-F640-ACCE-9E71A80A8F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43992" y="3590145"/>
            <a:ext cx="5400000" cy="2085896"/>
          </a:xfrm>
          <a:solidFill>
            <a:srgbClr val="00A499"/>
          </a:solidFill>
        </p:spPr>
        <p:txBody>
          <a:bodyPr lIns="216000" tIns="216000" rIns="216000" bIns="216000"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8E7B49-2E9F-EF44-B9B4-F7E6E2AF161C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E93E95F-669A-984E-9CC6-0317D668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674F2B8-B73E-E64B-A530-7F9585379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2147566"/>
      </p:ext>
    </p:extLst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icture with Highligh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6422E2-C4D7-B049-BBDA-847A19F13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48" y="5379496"/>
            <a:ext cx="2628451" cy="1478505"/>
          </a:xfrm>
          <a:prstGeom prst="rect">
            <a:avLst/>
          </a:prstGeom>
        </p:spPr>
      </p:pic>
      <p:sp>
        <p:nvSpPr>
          <p:cNvPr id="11" name="Picture Placeholder 2" descr="Picture placeholder">
            <a:extLst>
              <a:ext uri="{FF2B5EF4-FFF2-40B4-BE49-F238E27FC236}">
                <a16:creationId xmlns:a16="http://schemas.microsoft.com/office/drawing/2014/main" id="{B14BD83A-BF82-FA41-9AFD-EC8D9953BD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1999" y="1141122"/>
            <a:ext cx="11324571" cy="4836166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4BF925E-FECB-7F40-967E-C5F8B9397DA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43992" y="3590145"/>
            <a:ext cx="5400000" cy="2085896"/>
          </a:xfrm>
          <a:solidFill>
            <a:srgbClr val="78BE20"/>
          </a:solidFill>
        </p:spPr>
        <p:txBody>
          <a:bodyPr lIns="216000" tIns="216000" rIns="216000" bIns="216000"/>
          <a:lstStyle>
            <a:lvl1pPr>
              <a:defRPr b="0" i="0">
                <a:solidFill>
                  <a:schemeClr val="tx1"/>
                </a:solidFill>
                <a:latin typeface="+mn-lt"/>
              </a:defRPr>
            </a:lvl1pPr>
            <a:lvl2pPr>
              <a:defRPr b="0" i="0">
                <a:solidFill>
                  <a:schemeClr val="tx1"/>
                </a:solidFill>
                <a:latin typeface="+mn-lt"/>
              </a:defRPr>
            </a:lvl2pPr>
            <a:lvl3pPr>
              <a:defRPr b="0" i="0">
                <a:solidFill>
                  <a:schemeClr val="tx1"/>
                </a:solidFill>
                <a:latin typeface="+mn-lt"/>
              </a:defRPr>
            </a:lvl3pPr>
            <a:lvl4pPr>
              <a:defRPr b="0" i="0">
                <a:solidFill>
                  <a:schemeClr val="tx1"/>
                </a:solidFill>
                <a:latin typeface="+mn-lt"/>
              </a:defRPr>
            </a:lvl4pPr>
            <a:lvl5pPr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29D20E-2BE3-E949-9755-6F00CF09CACB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0F74388-258F-CA4D-86AF-6B59EB15E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B10E886-21A5-DC4E-A74C-DE96E3F9A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697026455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icture with Highligh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4321FA3-62DD-F042-B61B-6C8ECBC5E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48" y="5379496"/>
            <a:ext cx="2628451" cy="1478505"/>
          </a:xfrm>
          <a:prstGeom prst="rect">
            <a:avLst/>
          </a:prstGeom>
        </p:spPr>
      </p:pic>
      <p:sp>
        <p:nvSpPr>
          <p:cNvPr id="10" name="Picture Placeholder 2" descr="Picture placeholder">
            <a:extLst>
              <a:ext uri="{FF2B5EF4-FFF2-40B4-BE49-F238E27FC236}">
                <a16:creationId xmlns:a16="http://schemas.microsoft.com/office/drawing/2014/main" id="{9E97D873-013D-8F42-9CED-6D3C20F46F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1999" y="1141122"/>
            <a:ext cx="11324571" cy="4836166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47282FC-AAF6-8C4C-823C-0BAA86CC0B5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43992" y="3590145"/>
            <a:ext cx="5400000" cy="2085896"/>
          </a:xfrm>
          <a:solidFill>
            <a:srgbClr val="330072"/>
          </a:solidFill>
        </p:spPr>
        <p:txBody>
          <a:bodyPr lIns="216000" tIns="216000" rIns="216000" bIns="216000"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E49581-0FD9-5742-8086-FA815F6D9CDE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EBAC14E-F849-FB4A-B51B-25C6EB0A3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D41BE88-B4D8-8F40-957C-CF2DEC9D1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951662792"/>
      </p:ext>
    </p:extLst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Picture with Highligh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63DA233-FEBF-EE42-9228-8DD2C7390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48" y="5379496"/>
            <a:ext cx="2628451" cy="1478505"/>
          </a:xfrm>
          <a:prstGeom prst="rect">
            <a:avLst/>
          </a:prstGeom>
        </p:spPr>
      </p:pic>
      <p:sp>
        <p:nvSpPr>
          <p:cNvPr id="8" name="Picture Placeholder 2" descr="Picture placeholder">
            <a:extLst>
              <a:ext uri="{FF2B5EF4-FFF2-40B4-BE49-F238E27FC236}">
                <a16:creationId xmlns:a16="http://schemas.microsoft.com/office/drawing/2014/main" id="{C2357CD3-6B1B-8D42-9E68-933A85542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1999" y="1141122"/>
            <a:ext cx="11324571" cy="483616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45751A7-8B51-5645-81D0-45BA66CE052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43992" y="3590145"/>
            <a:ext cx="5400000" cy="2085896"/>
          </a:xfrm>
          <a:solidFill>
            <a:srgbClr val="AE2573"/>
          </a:solidFill>
        </p:spPr>
        <p:txBody>
          <a:bodyPr lIns="216000" tIns="216000" rIns="216000" bIns="216000"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F6C86E-C1EB-974B-B0BB-E05D5EB1D6B4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9A2B8B6-B41C-E846-BF4F-E2A349EF5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BD43F6E-5C7E-044C-8EC7-12DFD3FEA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171947971"/>
      </p:ext>
    </p:extLst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4C81229-BCCD-5748-9438-CA0933E5F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hart Placeholder 2" descr="Chart placeholder">
            <a:extLst>
              <a:ext uri="{FF2B5EF4-FFF2-40B4-BE49-F238E27FC236}">
                <a16:creationId xmlns:a16="http://schemas.microsoft.com/office/drawing/2014/main" id="{AB7457E5-D9DD-4648-A183-7A3670856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31800" y="1988230"/>
            <a:ext cx="11324771" cy="4169722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3B0BE-4230-5A43-9A44-A12CA967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41500C7-A8FE-0E43-9A66-CEB4CD9E3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28755668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rt with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3539EA6-32FF-7349-8759-54DF4A3DB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hart Placeholder 2" descr="Chart placeholder">
            <a:extLst>
              <a:ext uri="{FF2B5EF4-FFF2-40B4-BE49-F238E27FC236}">
                <a16:creationId xmlns:a16="http://schemas.microsoft.com/office/drawing/2014/main" id="{AB7457E5-D9DD-4648-A183-7A3670856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31800" y="1988230"/>
            <a:ext cx="5400199" cy="4169722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51FD078-A536-DD4B-9EB8-2618FCA9D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6571" y="1988230"/>
            <a:ext cx="5400000" cy="41697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3B0BE-4230-5A43-9A44-A12CA967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78CDC8E-A7C8-D643-8BDD-F67A3FDD4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218769521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DF75CE4-3559-BF47-8600-0E165BB54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0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able Placeholder 2" descr="Table placeholder">
            <a:extLst>
              <a:ext uri="{FF2B5EF4-FFF2-40B4-BE49-F238E27FC236}">
                <a16:creationId xmlns:a16="http://schemas.microsoft.com/office/drawing/2014/main" id="{BB9050EB-BB0B-7E4A-A871-D2BE8C87C8AC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31800" y="1987590"/>
            <a:ext cx="11325225" cy="4170362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3B0BE-4230-5A43-9A44-A12CA967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21904E4-93BF-A44B-885A-A825B36FD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158221249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able with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699438A-E1C6-604C-81A2-9D48C4CC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able Placeholder 2" descr="Table placeholder">
            <a:extLst>
              <a:ext uri="{FF2B5EF4-FFF2-40B4-BE49-F238E27FC236}">
                <a16:creationId xmlns:a16="http://schemas.microsoft.com/office/drawing/2014/main" id="{11516621-653E-5240-A9B8-B0209CDF9BD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31800" y="1988228"/>
            <a:ext cx="5400675" cy="416972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51FD078-A536-DD4B-9EB8-2618FCA9D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6571" y="1988228"/>
            <a:ext cx="5400000" cy="41697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3B0BE-4230-5A43-9A44-A12CA967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A3C6E13-6F4A-1C4A-9CB8-4C111C1E1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644950179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martArt_diagr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CDD342-BD4B-B54C-8A11-D23D61E4F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martArt Placeholder 2" descr="SmartArt graphic placeholder">
            <a:extLst>
              <a:ext uri="{FF2B5EF4-FFF2-40B4-BE49-F238E27FC236}">
                <a16:creationId xmlns:a16="http://schemas.microsoft.com/office/drawing/2014/main" id="{45166D82-EAA2-AD46-A4A2-E8BB38BF0C2E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431799" y="1987550"/>
            <a:ext cx="11324571" cy="4170362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3B0BE-4230-5A43-9A44-A12CA967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871443F-92E2-BD4C-8125-85E0CBB90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81999280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martArt_diagram with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429FF13-903F-E443-93E8-F22DE87AE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martArt Placeholder 2" descr="SmartArt graphic placeholder">
            <a:extLst>
              <a:ext uri="{FF2B5EF4-FFF2-40B4-BE49-F238E27FC236}">
                <a16:creationId xmlns:a16="http://schemas.microsoft.com/office/drawing/2014/main" id="{12398C05-ABBB-F44C-B771-A6784A50B448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431800" y="1988228"/>
            <a:ext cx="5400675" cy="4169723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51FD078-A536-DD4B-9EB8-2618FCA9D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6571" y="1988228"/>
            <a:ext cx="5400000" cy="41697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3B0BE-4230-5A43-9A44-A12CA967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A657F33-8566-0D41-A07C-55AF2EFB5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135981214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7B489BD-1E5F-5544-96CB-040C54B4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 descr="Picture placeholder">
            <a:extLst>
              <a:ext uri="{FF2B5EF4-FFF2-40B4-BE49-F238E27FC236}">
                <a16:creationId xmlns:a16="http://schemas.microsoft.com/office/drawing/2014/main" id="{1455541D-92F4-1E4A-BEE1-78CFB58AD7A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799" y="1987550"/>
            <a:ext cx="11324571" cy="417036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3B0BE-4230-5A43-9A44-A12CA967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638E11A-7286-FA48-B724-7447FA6607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626053053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icture with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20351EF-38EE-B74A-9D63-A639A0D34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 descr="Picture placeholder">
            <a:extLst>
              <a:ext uri="{FF2B5EF4-FFF2-40B4-BE49-F238E27FC236}">
                <a16:creationId xmlns:a16="http://schemas.microsoft.com/office/drawing/2014/main" id="{1CC2DDF2-9D8C-5E44-9C32-FBF61F95AD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800" y="1988228"/>
            <a:ext cx="5400675" cy="416972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51FD078-A536-DD4B-9EB8-2618FCA9D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6571" y="1988228"/>
            <a:ext cx="5400000" cy="41697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3B0BE-4230-5A43-9A44-A12CA967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787A70E-5D55-544B-9FCD-4CCF510C0D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420296245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B470BF2-135D-8F4A-BB46-A220CF06E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48" y="5379496"/>
            <a:ext cx="2628451" cy="147850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28ACBD7-6F3B-CA4E-AC1C-0279554B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664FE0-5E73-F644-92BB-EAC5E59032A7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CB3422A-F25E-D445-8258-F01A46E6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2D8E0A1-93F4-E24F-BDEF-A8DADE89F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57665688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872010F-0F43-6C4A-A856-4B3DC8313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1"/>
            <a:ext cx="11324572" cy="708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BFA2BED-8FA7-9F43-9D7E-8C9D91B0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6CCF983-2844-7D48-8510-4D1B811FA4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58826258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91C9BE-50F6-6243-8BCF-8BCD1C760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48" y="5379496"/>
            <a:ext cx="2628451" cy="147850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97B129A-5204-CE4D-B715-5E289203278E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162EE2-49B1-B947-9409-C3B0C228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992" y="6422569"/>
            <a:ext cx="312579" cy="4298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08C637C-71E0-F445-98B2-796A3163D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645017351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439D4E6-49E3-4273-9EDF-AD58558B9F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08651"/>
            <a:ext cx="3620882" cy="364034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sz="4000" noProof="0">
                <a:solidFill>
                  <a:schemeClr val="bg1"/>
                </a:solidFill>
              </a:rPr>
              <a:t>Click to edit Master title style</a:t>
            </a:r>
            <a:endParaRPr lang="en-GB" sz="4000" noProof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FE9D8936-4795-43B2-9C32-4BE93A67213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5934" y="5220450"/>
            <a:ext cx="3380437" cy="57074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sz="1800" noProof="0">
                <a:solidFill>
                  <a:schemeClr val="bg1"/>
                </a:solidFill>
              </a:rPr>
              <a:t>Insert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6C8B8511-EE4E-4935-ABB8-E8C2FCB1C4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158" y="0"/>
            <a:ext cx="7315841" cy="6858000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Insert photo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39FAB6-0B6C-402C-A107-EFFF82281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DBE487E6-4032-4195-9823-685A39371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4" name="Date Placeholder 5">
            <a:extLst>
              <a:ext uri="{FF2B5EF4-FFF2-40B4-BE49-F238E27FC236}">
                <a16:creationId xmlns:a16="http://schemas.microsoft.com/office/drawing/2014/main" id="{C71E06DF-BA1B-43E6-A74C-85231D2EC3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GB" noProof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2/11/20XX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0BD36B16-3F07-4955-8D4D-BC0FD17C1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E30AF5A0-43BB-4336-8627-9123B9144D80}" type="slidenum">
              <a:rPr lang="en-GB" noProof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‹#›</a:t>
            </a:fld>
            <a:endParaRPr lang="en-GB" noProof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462279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C8837BA0-445B-4D04-ADA9-C65084B15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9" y="904730"/>
            <a:ext cx="4152900" cy="165259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0CFA4CCF-323F-4998-B6BF-56207329C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975" y="952368"/>
            <a:ext cx="6257926" cy="177389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D78C1EE-0224-4362-B796-4CC7B06992B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0099" y="3048000"/>
            <a:ext cx="5133990" cy="2737531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Insert photo here</a:t>
            </a:r>
          </a:p>
        </p:txBody>
      </p:sp>
      <p:sp>
        <p:nvSpPr>
          <p:cNvPr id="21" name="Picture Placeholder 17">
            <a:extLst>
              <a:ext uri="{FF2B5EF4-FFF2-40B4-BE49-F238E27FC236}">
                <a16:creationId xmlns:a16="http://schemas.microsoft.com/office/drawing/2014/main" id="{2C1748F4-2D05-4407-8CB0-D854F9602DA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9621" y="3048000"/>
            <a:ext cx="5182278" cy="2737531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Insert photo here</a:t>
            </a:r>
          </a:p>
        </p:txBody>
      </p:sp>
      <p:sp>
        <p:nvSpPr>
          <p:cNvPr id="14" name="Footer Placeholder 7">
            <a:extLst>
              <a:ext uri="{FF2B5EF4-FFF2-40B4-BE49-F238E27FC236}">
                <a16:creationId xmlns:a16="http://schemas.microsoft.com/office/drawing/2014/main" id="{59837BA4-E3C3-4F0D-A113-75128BC03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5DA65157-50C9-4A85-912D-6DC9A606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GB" noProof="0"/>
              <a:t>2/11/20XX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DE415B0-F0C3-4971-8C76-0D54D6407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A53D7EE4-1EDB-42FD-B6B7-A82C9F31F0F4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619754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BCC9BE23-A0EC-4866-A7A4-FD7255EF8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88999"/>
            <a:ext cx="10798176" cy="105191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FD4AD3C-6727-49EE-9625-F87A6B8AE0B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95326" y="1940913"/>
            <a:ext cx="10798176" cy="4021586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4CD16377-DD1B-4262-BDAE-760577F5B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rtlCol="0"/>
          <a:lstStyle/>
          <a:p>
            <a:pPr rtl="0"/>
            <a:fld id="{0303F77D-1BEF-481A-B8C1-15974ED46EB7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09230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371D84D-B708-4A20-8D50-CDA4E3EC6F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00476 w 12192000"/>
              <a:gd name="connsiteY0" fmla="*/ 6126480 h 6858000"/>
              <a:gd name="connsiteX1" fmla="*/ 800476 w 12192000"/>
              <a:gd name="connsiteY1" fmla="*/ 6144768 h 6858000"/>
              <a:gd name="connsiteX2" fmla="*/ 11407516 w 12192000"/>
              <a:gd name="connsiteY2" fmla="*/ 6144768 h 6858000"/>
              <a:gd name="connsiteX3" fmla="*/ 11407516 w 12192000"/>
              <a:gd name="connsiteY3" fmla="*/ 6126480 h 6858000"/>
              <a:gd name="connsiteX4" fmla="*/ 800476 w 12192000"/>
              <a:gd name="connsiteY4" fmla="*/ 701040 h 6858000"/>
              <a:gd name="connsiteX5" fmla="*/ 800476 w 12192000"/>
              <a:gd name="connsiteY5" fmla="*/ 746759 h 6858000"/>
              <a:gd name="connsiteX6" fmla="*/ 11407516 w 12192000"/>
              <a:gd name="connsiteY6" fmla="*/ 746759 h 6858000"/>
              <a:gd name="connsiteX7" fmla="*/ 11407516 w 12192000"/>
              <a:gd name="connsiteY7" fmla="*/ 701040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800476" y="6126480"/>
                </a:moveTo>
                <a:lnTo>
                  <a:pt x="800476" y="6144768"/>
                </a:lnTo>
                <a:lnTo>
                  <a:pt x="11407516" y="6144768"/>
                </a:lnTo>
                <a:lnTo>
                  <a:pt x="11407516" y="6126480"/>
                </a:lnTo>
                <a:close/>
                <a:moveTo>
                  <a:pt x="800476" y="701040"/>
                </a:moveTo>
                <a:lnTo>
                  <a:pt x="800476" y="746759"/>
                </a:lnTo>
                <a:lnTo>
                  <a:pt x="11407516" y="746759"/>
                </a:lnTo>
                <a:lnTo>
                  <a:pt x="11407516" y="70104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Insert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A03AD3-C316-411C-9844-6C8D950DC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1766" y="1837677"/>
            <a:ext cx="4930901" cy="2334828"/>
          </a:xfrm>
          <a:prstGeom prst="rect">
            <a:avLst/>
          </a:prstGeom>
        </p:spPr>
        <p:txBody>
          <a:bodyPr rtlCol="0"/>
          <a:lstStyle>
            <a:lvl1pPr algn="r">
              <a:defRPr cap="none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n-GB" noProof="0"/>
              <a:t>Insert text here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F00A8C60-C81E-4C2C-AB11-00AE1AC04E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47532" y="4408305"/>
            <a:ext cx="5175797" cy="90942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n-GB" sz="1800" noProof="0">
                <a:solidFill>
                  <a:schemeClr val="bg1"/>
                </a:solidFill>
              </a:rPr>
              <a:t>Insert subtitle here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F7D24C8-FDC6-4FCE-85C6-520D6469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50E2155-DD21-4098-82EF-B19C466B23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n-GB" noProof="0"/>
              <a:t>2/11/20XX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30CB194-35B9-4229-9CFE-5C3B911EC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A2AE2B76-F97F-4BE2-8670-72276A5F21A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33629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A2404A1-BF4E-4858-BD1C-1BEFE71B63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4296094"/>
            <a:ext cx="10782299" cy="1100621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add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0053544-3012-4C81-98D6-E2665A3A3F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5533242"/>
            <a:ext cx="9972675" cy="543505"/>
          </a:xfrm>
          <a:prstGeom prst="rect">
            <a:avLst/>
          </a:prstGeom>
        </p:spPr>
        <p:txBody>
          <a:bodyPr rtlCol="0" anchor="t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add subtitle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C177CBDB-952D-484B-B43B-F988558931C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0100" y="727075"/>
            <a:ext cx="5176838" cy="3071813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Insert photo here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D789E88D-76E7-4745-B062-102E233A672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46800" y="727075"/>
            <a:ext cx="5245100" cy="30702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Insert photo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3A5CE3-0C01-4DBF-926A-2F9BFD043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" y="4144434"/>
            <a:ext cx="106299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11">
            <a:extLst>
              <a:ext uri="{FF2B5EF4-FFF2-40B4-BE49-F238E27FC236}">
                <a16:creationId xmlns:a16="http://schemas.microsoft.com/office/drawing/2014/main" id="{083D82F8-F43B-4D01-891B-F77BC6F6F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4" name="Date Placeholder 6">
            <a:extLst>
              <a:ext uri="{FF2B5EF4-FFF2-40B4-BE49-F238E27FC236}">
                <a16:creationId xmlns:a16="http://schemas.microsoft.com/office/drawing/2014/main" id="{B8CBC856-A31F-40C2-B7EA-91B860D306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2/11/20XX</a:t>
            </a:r>
          </a:p>
        </p:txBody>
      </p:sp>
      <p:sp>
        <p:nvSpPr>
          <p:cNvPr id="15" name="Slide Number Placeholder 10">
            <a:extLst>
              <a:ext uri="{FF2B5EF4-FFF2-40B4-BE49-F238E27FC236}">
                <a16:creationId xmlns:a16="http://schemas.microsoft.com/office/drawing/2014/main" id="{966FFB51-C55B-469E-B3C6-1A636992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A53D7EE4-1EDB-42FD-B6B7-A82C9F31F0F4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507695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695A76E-1EF3-4F47-9E87-6FCAB7D5D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846" y="860615"/>
            <a:ext cx="5922279" cy="1272986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rtl="0"/>
            <a:r>
              <a:rPr lang="en-US" sz="4000" noProof="0"/>
              <a:t>Click to edit Master title style</a:t>
            </a:r>
            <a:endParaRPr lang="en-GB" sz="4000" noProof="0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EAD023B5-9ABC-4D4A-A1AD-D4D83D6621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"/>
            <a:ext cx="4876799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Insert photo here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AFB647-646C-4130-9EF5-C19C686B1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15000" y="738013"/>
            <a:ext cx="5676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09D5546-AD01-4B29-B174-EDA710510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943" y="2133600"/>
            <a:ext cx="6005933" cy="3774464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0A0972-FD9A-4E9D-A0A3-BD0AF8C7B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15000" y="6134100"/>
            <a:ext cx="5676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3B2F557-7BE5-4154-A82F-928EE54A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DE54A7E3-1026-464C-BB67-2D7F71406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GB" noProof="0"/>
              <a:t>2/11/20XX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1723F54-B646-4D12-AEA1-08269C254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E30AF5A0-43BB-4336-8627-9123B9144D80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346485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id="{6DC3399C-8B0E-4D7D-A955-FB1F37CF3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643" y="871758"/>
            <a:ext cx="5227171" cy="3871143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1" name="Subtitle 11">
            <a:extLst>
              <a:ext uri="{FF2B5EF4-FFF2-40B4-BE49-F238E27FC236}">
                <a16:creationId xmlns:a16="http://schemas.microsoft.com/office/drawing/2014/main" id="{13C3C1EB-2C5B-4710-893A-9DD6284D5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5" y="4785543"/>
            <a:ext cx="4857857" cy="100565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/>
            </a:lvl1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E335E712-C7FD-4BAC-B89C-58AF6594A4E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15100" y="0"/>
            <a:ext cx="56769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Insert photo here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1E8A8BA-B48F-4CEA-A820-8955D55D0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94FBB1-EC2B-4CAB-AE4E-A7A156244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5550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9D49AB0A-D330-4415-9B9C-C769A852D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888999"/>
            <a:ext cx="10798176" cy="1051914"/>
          </a:xfrm>
          <a:prstGeom prst="rect">
            <a:avLst/>
          </a:prstGeom>
        </p:spPr>
        <p:txBody>
          <a:bodyPr rtlCol="0"/>
          <a:lstStyle>
            <a:lvl1pPr algn="r">
              <a:defRPr/>
            </a:lvl1pPr>
          </a:lstStyle>
          <a:p>
            <a:pPr rtl="0"/>
            <a:r>
              <a:rPr lang="en-GB" noProof="0"/>
              <a:t>ClICK TO ADD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7EFB8CD-537B-4E5E-8F93-82EED2C84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51536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CA687-1C2C-48EE-99B9-EC8CF30289F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35088" y="1995488"/>
            <a:ext cx="9521825" cy="40513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9" name="Footer Placeholder 9">
            <a:extLst>
              <a:ext uri="{FF2B5EF4-FFF2-40B4-BE49-F238E27FC236}">
                <a16:creationId xmlns:a16="http://schemas.microsoft.com/office/drawing/2014/main" id="{8135C37F-29C2-41B0-B777-64FAC1F70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20" name="Date Placeholder 8">
            <a:extLst>
              <a:ext uri="{FF2B5EF4-FFF2-40B4-BE49-F238E27FC236}">
                <a16:creationId xmlns:a16="http://schemas.microsoft.com/office/drawing/2014/main" id="{FAC325DA-0D81-49D1-BDBC-680AF5D62C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GB" noProof="0"/>
              <a:t>2/11/20XX</a:t>
            </a:r>
          </a:p>
        </p:txBody>
      </p:sp>
      <p:sp>
        <p:nvSpPr>
          <p:cNvPr id="21" name="Slide Number Placeholder 10">
            <a:extLst>
              <a:ext uri="{FF2B5EF4-FFF2-40B4-BE49-F238E27FC236}">
                <a16:creationId xmlns:a16="http://schemas.microsoft.com/office/drawing/2014/main" id="{13980C1F-6344-4AC2-8573-0D9F3531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rtlCol="0"/>
          <a:lstStyle/>
          <a:p>
            <a:pPr rtl="0"/>
            <a:fld id="{0303F77D-1BEF-481A-B8C1-15974ED46EB7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782756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D5221BF9-9559-4D62-ADC6-2362970143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888999"/>
            <a:ext cx="10798176" cy="1051914"/>
          </a:xfrm>
          <a:prstGeom prst="rect">
            <a:avLst/>
          </a:prstGeom>
        </p:spPr>
        <p:txBody>
          <a:bodyPr rtlCol="0"/>
          <a:lstStyle>
            <a:lvl1pPr algn="r">
              <a:defRPr/>
            </a:lvl1pPr>
          </a:lstStyle>
          <a:p>
            <a:pPr rtl="0"/>
            <a:r>
              <a:rPr lang="en-GB" noProof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FB4C3E1-495D-437D-A1DB-87F3028BB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51536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AAB131D-0F50-4923-96D1-8C59A3D8EEC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62875" y="2386654"/>
            <a:ext cx="8663075" cy="331089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F30DBE8A-9D17-4F79-86F8-9FEA11DF0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C9023F8-E1A8-4C1E-B745-6658DCD6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GB" noProof="0"/>
              <a:t>2/11/20XX</a:t>
            </a:r>
          </a:p>
        </p:txBody>
      </p:sp>
      <p:sp>
        <p:nvSpPr>
          <p:cNvPr id="10" name="Slide Number Placeholder 10">
            <a:extLst>
              <a:ext uri="{FF2B5EF4-FFF2-40B4-BE49-F238E27FC236}">
                <a16:creationId xmlns:a16="http://schemas.microsoft.com/office/drawing/2014/main" id="{E51CCEBF-A77A-4DDA-94D4-73646D55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rtlCol="0"/>
          <a:lstStyle/>
          <a:p>
            <a:pPr rtl="0"/>
            <a:fld id="{0303F77D-1BEF-481A-B8C1-15974ED46EB7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440947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1DFFB204-6AE4-4FC9-9B60-312D7206B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88999"/>
            <a:ext cx="10798176" cy="105191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254F317-DDB0-4841-A973-FFC12960827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90669" y="1789993"/>
            <a:ext cx="11407487" cy="435133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B3A45C-71C1-4ADC-89E0-AF6924CA1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39D06D66-ACB3-4B9C-B4EB-FC3EC5BD7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rtlCol="0"/>
          <a:lstStyle/>
          <a:p>
            <a:pPr rtl="0"/>
            <a:fld id="{0303F77D-1BEF-481A-B8C1-15974ED46EB7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22029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4246B94A-8C64-4FBA-B409-1F9487E19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810192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66F075D-9008-4BD3-A772-7AF7AD667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C185B95-5C0F-400E-B7DF-8FF8432907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0100" y="2003375"/>
            <a:ext cx="5094288" cy="52676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b="1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n-GB" noProof="0"/>
              <a:t>Insert subtitle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C725AFD-5A48-451D-B91D-9E63953F8E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0099" y="2551176"/>
            <a:ext cx="5094673" cy="3273552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rtl="0"/>
            <a:r>
              <a:rPr lang="en-GB" noProof="0"/>
              <a:t>Insert text here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CDC650-288E-4CF5-8546-9F2D5CEC88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7611" y="2003375"/>
            <a:ext cx="5094288" cy="52676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b="1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n-GB" noProof="0"/>
              <a:t>Insert subtitle here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956E1F7E-0B80-40DB-8F21-F06D9DD5626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97226" y="2551176"/>
            <a:ext cx="5094673" cy="3273552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rtl="0"/>
            <a:r>
              <a:rPr lang="en-GB" noProof="0"/>
              <a:t>Insert text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1B92C0-6B36-412A-9A49-16AB59FF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B4EFB36A-E4FD-4966-A091-9BDAF2991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4" name="Date Placeholder 6">
            <a:extLst>
              <a:ext uri="{FF2B5EF4-FFF2-40B4-BE49-F238E27FC236}">
                <a16:creationId xmlns:a16="http://schemas.microsoft.com/office/drawing/2014/main" id="{9B52EA1F-D8D0-4F42-B00A-F0E943F82E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GB" noProof="0"/>
              <a:t>2/11/20XX</a:t>
            </a:r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498A6230-35B8-4147-9494-90708BFC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rtlCol="0"/>
          <a:lstStyle/>
          <a:p>
            <a:pPr rtl="0"/>
            <a:fld id="{E30AF5A0-43BB-4336-8627-9123B9144D80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19323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C332FB-CD3F-4398-958A-CBE45129A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E566CA14-5018-43EE-BB8F-E12209B2C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810192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A76201F-C7C2-400C-BE9B-F185A832CC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0099" y="2005870"/>
            <a:ext cx="3390161" cy="526756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b="1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n-GB" noProof="0"/>
              <a:t>Insert subtitle here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A742F7E8-0787-4D2C-B53F-B62C309ED6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0099" y="2552345"/>
            <a:ext cx="3390161" cy="327281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rtl="0"/>
            <a:r>
              <a:rPr lang="en-GB" noProof="0"/>
              <a:t>Insert text here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D178B9A-B987-49A0-B73F-70B855C424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0919" y="2005870"/>
            <a:ext cx="3390161" cy="526756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b="1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n-GB" noProof="0"/>
              <a:t>Insert subtitle here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407D5990-6E05-4ECC-B930-EA5CF0774CF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400919" y="2552345"/>
            <a:ext cx="3390161" cy="327281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rtl="0"/>
            <a:r>
              <a:rPr lang="en-GB" noProof="0"/>
              <a:t>Insert text here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6A58550-98E5-4548-82F6-EE971733A7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01739" y="2005870"/>
            <a:ext cx="3390161" cy="526756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b="1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n-GB" noProof="0"/>
              <a:t>Insert subtitle here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6B90AFA0-EDA3-4F21-A480-F56AA1D0BEB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01739" y="2552345"/>
            <a:ext cx="3390161" cy="327281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rtl="0"/>
            <a:r>
              <a:rPr lang="en-GB" noProof="0"/>
              <a:t>Insert text here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46E7C8-F905-4B13-8FD6-185A04184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A0E3EE3A-87F3-4F60-90D8-938E4BBC2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F1449B0C-8214-4186-9666-E63CCA0909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GB" noProof="0"/>
              <a:t>2/11/20XX</a:t>
            </a: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F5DDBFC0-CC80-4B03-B5F5-3C57166DC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rtlCol="0"/>
          <a:lstStyle/>
          <a:p>
            <a:pPr rtl="0"/>
            <a:fld id="{E30AF5A0-43BB-4336-8627-9123B9144D80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864520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01BF5DB-2BF3-4196-B1CF-82B7CDCC0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87523" y="729692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12">
            <a:extLst>
              <a:ext uri="{FF2B5EF4-FFF2-40B4-BE49-F238E27FC236}">
                <a16:creationId xmlns:a16="http://schemas.microsoft.com/office/drawing/2014/main" id="{168DC13D-FFC6-4CC5-B9F8-B3B096109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7511" y="909639"/>
            <a:ext cx="3703856" cy="1290636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51" name="Picture Placeholder 37">
            <a:extLst>
              <a:ext uri="{FF2B5EF4-FFF2-40B4-BE49-F238E27FC236}">
                <a16:creationId xmlns:a16="http://schemas.microsoft.com/office/drawing/2014/main" id="{F1AD5C34-DDA9-421B-A3C2-4D014B3D3FB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383" y="723900"/>
            <a:ext cx="3179762" cy="2160588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Insert photo here</a:t>
            </a:r>
          </a:p>
        </p:txBody>
      </p:sp>
      <p:sp>
        <p:nvSpPr>
          <p:cNvPr id="53" name="Picture Placeholder 43">
            <a:extLst>
              <a:ext uri="{FF2B5EF4-FFF2-40B4-BE49-F238E27FC236}">
                <a16:creationId xmlns:a16="http://schemas.microsoft.com/office/drawing/2014/main" id="{11508423-C6F4-4605-9E6D-1ED73334D0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5383" y="3048000"/>
            <a:ext cx="3178175" cy="30861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Insert photo here</a:t>
            </a:r>
          </a:p>
        </p:txBody>
      </p:sp>
      <p:sp>
        <p:nvSpPr>
          <p:cNvPr id="57" name="Picture Placeholder 55">
            <a:extLst>
              <a:ext uri="{FF2B5EF4-FFF2-40B4-BE49-F238E27FC236}">
                <a16:creationId xmlns:a16="http://schemas.microsoft.com/office/drawing/2014/main" id="{1692DD91-8169-4A90-9D17-8A60286225F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040188" y="723900"/>
            <a:ext cx="3371850" cy="3159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Insert photo here</a:t>
            </a:r>
          </a:p>
        </p:txBody>
      </p:sp>
      <p:sp>
        <p:nvSpPr>
          <p:cNvPr id="54" name="Picture Placeholder 45">
            <a:extLst>
              <a:ext uri="{FF2B5EF4-FFF2-40B4-BE49-F238E27FC236}">
                <a16:creationId xmlns:a16="http://schemas.microsoft.com/office/drawing/2014/main" id="{30A5BEAE-CA80-4FFD-8DD4-5B7413AF51D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39608" y="4038600"/>
            <a:ext cx="3371659" cy="20955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Insert photo here</a:t>
            </a:r>
          </a:p>
        </p:txBody>
      </p:sp>
      <p:sp>
        <p:nvSpPr>
          <p:cNvPr id="29" name="Content Placeholder 14">
            <a:extLst>
              <a:ext uri="{FF2B5EF4-FFF2-40B4-BE49-F238E27FC236}">
                <a16:creationId xmlns:a16="http://schemas.microsoft.com/office/drawing/2014/main" id="{4B2044C0-1C45-402D-BC20-0EB82BDB4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7510" y="2380221"/>
            <a:ext cx="3703856" cy="386640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Footer Placeholder 7">
            <a:extLst>
              <a:ext uri="{FF2B5EF4-FFF2-40B4-BE49-F238E27FC236}">
                <a16:creationId xmlns:a16="http://schemas.microsoft.com/office/drawing/2014/main" id="{30EE29E3-4F8E-469E-9B99-E29176094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35" name="Date Placeholder 6">
            <a:extLst>
              <a:ext uri="{FF2B5EF4-FFF2-40B4-BE49-F238E27FC236}">
                <a16:creationId xmlns:a16="http://schemas.microsoft.com/office/drawing/2014/main" id="{58513823-D81E-4B8B-85E6-EB11EA54DF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GB" noProof="0"/>
              <a:t>2/11/20XX</a:t>
            </a:r>
          </a:p>
        </p:txBody>
      </p:sp>
      <p:sp>
        <p:nvSpPr>
          <p:cNvPr id="36" name="Slide Number Placeholder 8">
            <a:extLst>
              <a:ext uri="{FF2B5EF4-FFF2-40B4-BE49-F238E27FC236}">
                <a16:creationId xmlns:a16="http://schemas.microsoft.com/office/drawing/2014/main" id="{9D43A613-4A7D-4C9F-B407-154A1FB83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rtlCol="0"/>
          <a:lstStyle/>
          <a:p>
            <a:pPr rtl="0"/>
            <a:fld id="{DE330D17-32E5-404A-9262-6A998ABC0878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227067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N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0394F6-FB38-CA4A-ACB1-64D617657B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490"/>
          <a:stretch/>
        </p:blipFill>
        <p:spPr>
          <a:xfrm>
            <a:off x="0" y="287614"/>
            <a:ext cx="12192000" cy="572714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F0803C6-6516-AC48-9A7C-4168EF9EB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1769602"/>
            <a:ext cx="11314280" cy="1075206"/>
          </a:xfrm>
        </p:spPr>
        <p:txBody>
          <a:bodyPr anchor="b"/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ACF84AD-2A98-F145-9A29-BBDFBFDA475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3297" y="3034450"/>
            <a:ext cx="11314278" cy="394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CB11E8-F5AE-F340-BA07-6697CDBFAD0C}"/>
              </a:ext>
            </a:extLst>
          </p:cNvPr>
          <p:cNvSpPr/>
          <p:nvPr/>
        </p:nvSpPr>
        <p:spPr>
          <a:xfrm>
            <a:off x="0" y="5424849"/>
            <a:ext cx="12192000" cy="1433151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533F85-2F35-2B45-B443-B238D24C0725}"/>
              </a:ext>
            </a:extLst>
          </p:cNvPr>
          <p:cNvSpPr txBox="1"/>
          <p:nvPr/>
        </p:nvSpPr>
        <p:spPr>
          <a:xfrm>
            <a:off x="529304" y="6034681"/>
            <a:ext cx="111333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GB" sz="16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Black Country Integrated Care Board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BA4B25-7D9B-374D-A4A7-671265A388FD}"/>
              </a:ext>
            </a:extLst>
          </p:cNvPr>
          <p:cNvSpPr txBox="1"/>
          <p:nvPr/>
        </p:nvSpPr>
        <p:spPr>
          <a:xfrm>
            <a:off x="-318052" y="5645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E2A4A8-E1E1-504F-B142-EF51D6428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1234" y="128404"/>
            <a:ext cx="2751426" cy="125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20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8B71C4-FC99-DF48-9EB4-BAC36BFCFCB8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B5116C-1837-6348-81E3-EEEBD9B50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1141122"/>
            <a:ext cx="11324572" cy="84370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7B532-5097-4646-B1CE-1DCCCB5DA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999" y="2197629"/>
            <a:ext cx="11324572" cy="40253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AC461-81C3-0843-97D5-9A134303A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3992" y="6422569"/>
            <a:ext cx="312579" cy="42984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C3DB2ADC-AF19-4574-8C10-79B5B04FCA27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71E981-A138-D147-8107-1E7334FB0BA2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143641" y="97843"/>
            <a:ext cx="1945514" cy="888016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5817E5-2BB3-B64A-B9BB-407ACEA20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16732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650" r:id="rId42"/>
    <p:sldLayoutId id="2147483652" r:id="rId43"/>
    <p:sldLayoutId id="2147483653" r:id="rId44"/>
    <p:sldLayoutId id="2147483654" r:id="rId45"/>
    <p:sldLayoutId id="2147483656" r:id="rId46"/>
    <p:sldLayoutId id="2147483658" r:id="rId47"/>
    <p:sldLayoutId id="2147483659" r:id="rId48"/>
    <p:sldLayoutId id="2147483660" r:id="rId4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B5116C-1837-6348-81E3-EEEBD9B50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898246"/>
            <a:ext cx="11324572" cy="8954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7B532-5097-4646-B1CE-1DCCCB5DA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999" y="2014669"/>
            <a:ext cx="11324572" cy="41432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8B71C4-FC99-DF48-9EB4-BAC36BFCFCB8}"/>
              </a:ext>
            </a:extLst>
          </p:cNvPr>
          <p:cNvSpPr/>
          <p:nvPr/>
        </p:nvSpPr>
        <p:spPr>
          <a:xfrm>
            <a:off x="0" y="6422571"/>
            <a:ext cx="12192000" cy="43542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AC461-81C3-0843-97D5-9A134303A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3992" y="6422569"/>
            <a:ext cx="312579" cy="42984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E37164D7-9B6A-1C43-ACF7-FB85B36CD2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67E4F14-0A14-F244-B411-DF22D9754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432765"/>
            <a:ext cx="10847982" cy="43542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Black Country Integrated Care Board </a:t>
            </a:r>
          </a:p>
        </p:txBody>
      </p:sp>
    </p:spTree>
    <p:extLst>
      <p:ext uri="{BB962C8B-B14F-4D97-AF65-F5344CB8AC3E}">
        <p14:creationId xmlns:p14="http://schemas.microsoft.com/office/powerpoint/2010/main" val="146480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stat.ethz.ch/Manuscripts/buhlmann/pcalg-software.pdf" TargetMode="External"/><Relationship Id="rId3" Type="http://schemas.openxmlformats.org/officeDocument/2006/relationships/hyperlink" Target="https://www.r-causal.org/" TargetMode="External"/><Relationship Id="rId7" Type="http://schemas.openxmlformats.org/officeDocument/2006/relationships/hyperlink" Target="https://ngreifer.github.io/WeightI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8.xml"/><Relationship Id="rId6" Type="http://schemas.openxmlformats.org/officeDocument/2006/relationships/hyperlink" Target="https://kosukeimai.github.io/MatchIt/" TargetMode="External"/><Relationship Id="rId5" Type="http://schemas.openxmlformats.org/officeDocument/2006/relationships/hyperlink" Target="https://r-causal.github.io/ggdag/" TargetMode="External"/><Relationship Id="rId10" Type="http://schemas.openxmlformats.org/officeDocument/2006/relationships/hyperlink" Target="https://www.pywhy.org/" TargetMode="External"/><Relationship Id="rId4" Type="http://schemas.openxmlformats.org/officeDocument/2006/relationships/hyperlink" Target="https://www.packtpub.com/en-gb/product/causal-inference-and-discovery-in-python-9781804612989" TargetMode="External"/><Relationship Id="rId9" Type="http://schemas.openxmlformats.org/officeDocument/2006/relationships/hyperlink" Target="https://pgmpy.org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nguin.co.uk/books/289825/the-book-of-why-by-judea-pearl-and-dana-mackenzie/9780141982410" TargetMode="External"/><Relationship Id="rId7" Type="http://schemas.openxmlformats.org/officeDocument/2006/relationships/hyperlink" Target="https://cstructure.dev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8.xml"/><Relationship Id="rId6" Type="http://schemas.openxmlformats.org/officeDocument/2006/relationships/hyperlink" Target="https://www.the100.ci/" TargetMode="External"/><Relationship Id="rId5" Type="http://schemas.openxmlformats.org/officeDocument/2006/relationships/hyperlink" Target="https://www.youtube.com/watch?v=FdnMWdICdRs&amp;list=PLDcUM9US4XdPz-KxHM4XHt7uUVGWWVSus" TargetMode="External"/><Relationship Id="rId4" Type="http://schemas.openxmlformats.org/officeDocument/2006/relationships/hyperlink" Target="https://www.cambridge.org/core/books/counterfactuals-and-causal-inference/5CC81E6DF63C5E5A8B88F79D45E1D1B7#fndtn-information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0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3AE5B2F-2CD3-4E51-91D5-FEF8CE8FEF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en-GB" dirty="0"/>
              <a:t>Introduction to Causal Inference</a:t>
            </a:r>
            <a:br>
              <a:rPr lang="en-GB" dirty="0"/>
            </a:br>
            <a:r>
              <a:rPr lang="en-GB" sz="2400" dirty="0"/>
              <a:t>for R and Python users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52DE27F-5BED-4BCC-887D-5872F796F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934" y="4842533"/>
            <a:ext cx="3692925" cy="948665"/>
          </a:xfrm>
        </p:spPr>
        <p:txBody>
          <a:bodyPr rtlCol="0">
            <a:noAutofit/>
          </a:bodyPr>
          <a:lstStyle/>
          <a:p>
            <a:pPr rtl="0"/>
            <a:r>
              <a:rPr lang="en-GB" sz="2400" dirty="0"/>
              <a:t>Nathan Thomas</a:t>
            </a:r>
          </a:p>
          <a:p>
            <a:pPr rtl="0"/>
            <a:r>
              <a:rPr lang="en-GB" sz="2400" dirty="0"/>
              <a:t>NHS Black Country ICB</a:t>
            </a:r>
          </a:p>
        </p:txBody>
      </p:sp>
      <p:pic>
        <p:nvPicPr>
          <p:cNvPr id="11" name="Picture Placeholder 10" descr="Flowers in a tree ">
            <a:extLst>
              <a:ext uri="{FF2B5EF4-FFF2-40B4-BE49-F238E27FC236}">
                <a16:creationId xmlns:a16="http://schemas.microsoft.com/office/drawing/2014/main" id="{BC408C47-2E2A-42C6-99D2-EBED0E23C9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1633438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C7F04A-6CF6-4CF1-BAEE-2B210EFC6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9" y="904730"/>
            <a:ext cx="4152900" cy="592533"/>
          </a:xfrm>
        </p:spPr>
        <p:txBody>
          <a:bodyPr rtlCol="0"/>
          <a:lstStyle/>
          <a:p>
            <a:pPr rtl="0"/>
            <a:r>
              <a:rPr lang="en-GB" dirty="0"/>
              <a:t>Introduction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5FCE68-0761-421A-922F-077DEB02E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" y="2021780"/>
            <a:ext cx="4152900" cy="3931490"/>
          </a:xfrm>
        </p:spPr>
        <p:txBody>
          <a:bodyPr rtlCol="0">
            <a:noAutofit/>
          </a:bodyPr>
          <a:lstStyle/>
          <a:p>
            <a:pPr rtl="0">
              <a:spcAft>
                <a:spcPts val="1200"/>
              </a:spcAft>
            </a:pPr>
            <a:r>
              <a:rPr lang="en-GB" sz="2400" dirty="0"/>
              <a:t>There is a statistically significant negative relationship between the global average temperature and the number of pirates</a:t>
            </a:r>
          </a:p>
          <a:p>
            <a:pPr rtl="0">
              <a:spcAft>
                <a:spcPts val="1200"/>
              </a:spcAft>
            </a:pPr>
            <a:r>
              <a:rPr lang="en-GB" sz="2400" dirty="0"/>
              <a:t>Therefore, to combat climate change, as many people as possible should become pirates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B3454-C461-4318-8C59-919AC8FD3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53D7EE4-1EDB-42FD-B6B7-A82C9F31F0F4}" type="slidenum">
              <a:rPr lang="en-GB" smtClean="0"/>
              <a:pPr rtl="0"/>
              <a:t>2</a:t>
            </a:fld>
            <a:endParaRPr lang="en-GB"/>
          </a:p>
        </p:txBody>
      </p:sp>
      <p:pic>
        <p:nvPicPr>
          <p:cNvPr id="1026" name="Picture 2" descr="A time series chart showing that as the global average temperature increased, the number of pirates decreased">
            <a:extLst>
              <a:ext uri="{FF2B5EF4-FFF2-40B4-BE49-F238E27FC236}">
                <a16:creationId xmlns:a16="http://schemas.microsoft.com/office/drawing/2014/main" id="{98C953EF-F346-B1C6-A21A-26D4A380C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816" y="1329215"/>
            <a:ext cx="6544184" cy="436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5B95E1B-AFF7-9B41-27D1-C6AC7BE80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178494" y="5605434"/>
            <a:ext cx="3190954" cy="868784"/>
            <a:chOff x="5178494" y="5605434"/>
            <a:chExt cx="3190954" cy="868784"/>
          </a:xfrm>
        </p:grpSpPr>
        <p:pic>
          <p:nvPicPr>
            <p:cNvPr id="21" name="Picture 20" descr="A blue and grey logo&#10;&#10;AI-generated content may be incorrect.">
              <a:extLst>
                <a:ext uri="{FF2B5EF4-FFF2-40B4-BE49-F238E27FC236}">
                  <a16:creationId xmlns:a16="http://schemas.microsoft.com/office/drawing/2014/main" id="{2A8060CC-3F32-66D4-D9C4-D22847645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78494" y="5605434"/>
              <a:ext cx="2022697" cy="86878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ABB43D-2FE2-AC5A-24CA-38621AD19028}"/>
                </a:ext>
              </a:extLst>
            </p:cNvPr>
            <p:cNvSpPr txBox="1"/>
            <p:nvPr/>
          </p:nvSpPr>
          <p:spPr>
            <a:xfrm>
              <a:off x="6410792" y="5626821"/>
              <a:ext cx="19586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000" dirty="0">
                  <a:latin typeface="Arial Black" panose="020B0A04020102020204" pitchFamily="34" charset="0"/>
                  <a:cs typeface="Arial" panose="020B0604020202020204" pitchFamily="34" charset="0"/>
                </a:rPr>
                <a:t>ARRR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1D8A75F-E81D-934F-61E8-D31002283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661756" y="5033050"/>
            <a:ext cx="1400175" cy="1657350"/>
            <a:chOff x="5395912" y="2600325"/>
            <a:chExt cx="1400175" cy="165735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0CE2693-89C1-220A-1E04-18AA8DB4B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95912" y="2600325"/>
              <a:ext cx="1400175" cy="165735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F771FC-B012-6BDC-735B-E6CC7062528F}"/>
                </a:ext>
              </a:extLst>
            </p:cNvPr>
            <p:cNvSpPr txBox="1"/>
            <p:nvPr/>
          </p:nvSpPr>
          <p:spPr>
            <a:xfrm>
              <a:off x="5617562" y="3548484"/>
              <a:ext cx="95687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Matura MT Script Capitals" panose="03020802060602070202" pitchFamily="66" charset="0"/>
                  <a:cs typeface="Arial" panose="020B0604020202020204" pitchFamily="34" charset="0"/>
                </a:rPr>
                <a:t>Pirates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372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108D6-00B1-975E-8738-5AE77EC86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C16793-3D82-0667-A5BA-E13D4F763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Why?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C71EAA-962B-B79E-3D5E-69FA227C5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" y="2021780"/>
            <a:ext cx="3451059" cy="2873507"/>
          </a:xfrm>
        </p:spPr>
        <p:txBody>
          <a:bodyPr rtlCol="0">
            <a:noAutofit/>
          </a:bodyPr>
          <a:lstStyle/>
          <a:p>
            <a:pPr rtl="0"/>
            <a:r>
              <a:rPr lang="en-GB" sz="2400" dirty="0"/>
              <a:t>Pirate’s to-do list:</a:t>
            </a:r>
          </a:p>
          <a:p>
            <a:pPr marL="457200" indent="-457200" rtl="0">
              <a:buAutoNum type="arabicPeriod"/>
            </a:pPr>
            <a:r>
              <a:rPr lang="en-GB" sz="2400" dirty="0"/>
              <a:t>Find treasure ship</a:t>
            </a:r>
          </a:p>
          <a:p>
            <a:pPr marL="457200" indent="-457200" rtl="0">
              <a:buAutoNum type="arabicPeriod"/>
            </a:pPr>
            <a:r>
              <a:rPr lang="en-GB" sz="2400" dirty="0"/>
              <a:t>Relocate booty to your ship</a:t>
            </a:r>
          </a:p>
          <a:p>
            <a:pPr marL="457200" indent="-457200" rtl="0">
              <a:buAutoNum type="arabicPeriod"/>
            </a:pPr>
            <a:r>
              <a:rPr lang="en-GB" sz="2400" dirty="0"/>
              <a:t>Sink treasure ship</a:t>
            </a:r>
          </a:p>
          <a:p>
            <a:pPr marL="457200" indent="-457200" rtl="0">
              <a:buAutoNum type="arabicPeriod"/>
            </a:pPr>
            <a:r>
              <a:rPr lang="en-GB" sz="2400" dirty="0"/>
              <a:t>Repeat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AC92F-01C4-B67A-F407-31C6BD6D6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53D7EE4-1EDB-42FD-B6B7-A82C9F31F0F4}" type="slidenum">
              <a:rPr lang="en-GB" smtClean="0"/>
              <a:pPr rtl="0"/>
              <a:t>3</a:t>
            </a:fld>
            <a:endParaRPr lang="en-GB"/>
          </a:p>
        </p:txBody>
      </p:sp>
      <p:pic>
        <p:nvPicPr>
          <p:cNvPr id="8" name="Picture 7" descr="A large container ship in the water&#10;&#10;AI-generated content may be incorrect.">
            <a:extLst>
              <a:ext uri="{FF2B5EF4-FFF2-40B4-BE49-F238E27FC236}">
                <a16:creationId xmlns:a16="http://schemas.microsoft.com/office/drawing/2014/main" id="{E5A20730-BF91-FE59-DCDC-E4CEC3683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018" y="661791"/>
            <a:ext cx="7526215" cy="423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67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12F66-E468-C0DC-6B51-A08398233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F52317-D7BD-3F4D-8232-F12A61950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9" y="904730"/>
            <a:ext cx="4929780" cy="761750"/>
          </a:xfrm>
        </p:spPr>
        <p:txBody>
          <a:bodyPr rtlCol="0"/>
          <a:lstStyle/>
          <a:p>
            <a:pPr rtl="0"/>
            <a:r>
              <a:rPr lang="en-GB" dirty="0"/>
              <a:t>What’s the cause?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DC15742-A7E1-BDEB-C8C8-E096F73A2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2289" y="2061457"/>
            <a:ext cx="4152900" cy="3533155"/>
          </a:xfrm>
        </p:spPr>
        <p:txBody>
          <a:bodyPr rtlCol="0">
            <a:noAutofit/>
          </a:bodyPr>
          <a:lstStyle/>
          <a:p>
            <a:pPr rtl="0">
              <a:spcAft>
                <a:spcPts val="1200"/>
              </a:spcAft>
            </a:pPr>
            <a:r>
              <a:rPr lang="en-GB" sz="2800" dirty="0"/>
              <a:t>Pirate numbers and climate change aren’t correlated because one causes the other</a:t>
            </a:r>
          </a:p>
          <a:p>
            <a:pPr rtl="0">
              <a:spcAft>
                <a:spcPts val="1200"/>
              </a:spcAft>
            </a:pPr>
            <a:r>
              <a:rPr lang="en-GB" sz="2800" dirty="0"/>
              <a:t>They are correlated because they share the same cause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08110-EAF6-87E3-B1A5-6876AF5B7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53D7EE4-1EDB-42FD-B6B7-A82C9F31F0F4}" type="slidenum">
              <a:rPr lang="en-GB" smtClean="0"/>
              <a:pPr rtl="0"/>
              <a:t>4</a:t>
            </a:fld>
            <a:endParaRPr lang="en-GB"/>
          </a:p>
        </p:txBody>
      </p:sp>
      <p:grpSp>
        <p:nvGrpSpPr>
          <p:cNvPr id="7" name="Group 6" descr="Directed Acyclic Graph (DAG) showing that economic and technological development causes climate change, and also causes cargo ship size, which in turn causes pirate numbers">
            <a:extLst>
              <a:ext uri="{FF2B5EF4-FFF2-40B4-BE49-F238E27FC236}">
                <a16:creationId xmlns:a16="http://schemas.microsoft.com/office/drawing/2014/main" id="{CCBE8252-E9B8-047C-902F-38F5CB093977}"/>
              </a:ext>
            </a:extLst>
          </p:cNvPr>
          <p:cNvGrpSpPr/>
          <p:nvPr/>
        </p:nvGrpSpPr>
        <p:grpSpPr>
          <a:xfrm>
            <a:off x="715383" y="1666480"/>
            <a:ext cx="5927389" cy="4769345"/>
            <a:chOff x="715383" y="1666480"/>
            <a:chExt cx="5927389" cy="476934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8DD4A4D-A08A-7CAB-93A7-CDE8C1F0B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5383" y="1666480"/>
              <a:ext cx="5927389" cy="407151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9701CC-6F33-3DD0-E437-73B239F9A865}"/>
                </a:ext>
              </a:extLst>
            </p:cNvPr>
            <p:cNvSpPr txBox="1"/>
            <p:nvPr/>
          </p:nvSpPr>
          <p:spPr>
            <a:xfrm>
              <a:off x="851170" y="5235496"/>
              <a:ext cx="579160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i="1" dirty="0">
                  <a:solidFill>
                    <a:schemeClr val="tx2"/>
                  </a:solidFill>
                </a:rPr>
                <a:t>Directed Acyclic Graph (DAG) expressing the joint cause of climate change and pirate numbers (oversimplified)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622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B82FE-23BB-B9C1-EAE0-B41814022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D07922-8241-39EA-F35C-EE02DE72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8" y="904730"/>
            <a:ext cx="7348341" cy="761750"/>
          </a:xfrm>
        </p:spPr>
        <p:txBody>
          <a:bodyPr rtlCol="0"/>
          <a:lstStyle/>
          <a:p>
            <a:pPr rtl="0"/>
            <a:r>
              <a:rPr lang="en-GB" dirty="0"/>
              <a:t>Estimating causal effects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60E8E8E3-6691-47A7-A87A-1FB620B7A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8" y="2010325"/>
            <a:ext cx="5796645" cy="2330904"/>
          </a:xfrm>
        </p:spPr>
        <p:txBody>
          <a:bodyPr rtlCol="0">
            <a:noAutofit/>
          </a:bodyPr>
          <a:lstStyle/>
          <a:p>
            <a:pPr rtl="0">
              <a:spcAft>
                <a:spcPts val="1200"/>
              </a:spcAft>
            </a:pPr>
            <a:r>
              <a:rPr lang="en-GB" sz="2800" dirty="0"/>
              <a:t>We’re often interested in the difference between the outcome we observe under some treatment and what would have been observed if the treatment hadn’t been applied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EC85C-C29C-C52F-FEC0-86D9B560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53D7EE4-1EDB-42FD-B6B7-A82C9F31F0F4}" type="slidenum">
              <a:rPr lang="en-GB" smtClean="0"/>
              <a:pPr rtl="0"/>
              <a:t>5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EBF1A-AAD1-BA9A-82E4-53923418841A}"/>
              </a:ext>
            </a:extLst>
          </p:cNvPr>
          <p:cNvSpPr txBox="1"/>
          <p:nvPr/>
        </p:nvSpPr>
        <p:spPr>
          <a:xfrm>
            <a:off x="6935000" y="1704266"/>
            <a:ext cx="4656366" cy="1471511"/>
          </a:xfrm>
          <a:prstGeom prst="rect">
            <a:avLst/>
          </a:prstGeom>
          <a:solidFill>
            <a:schemeClr val="tx2"/>
          </a:solidFill>
        </p:spPr>
        <p:txBody>
          <a:bodyPr wrap="square" lIns="180000" tIns="180000" rIns="180000" bIns="180000" rtlCol="0" anchor="ctr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What would the survival rate have been if we hadn’t given people the drug?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B3F3D1-0C7D-A82A-5600-8F54A4AA96ED}"/>
              </a:ext>
            </a:extLst>
          </p:cNvPr>
          <p:cNvSpPr txBox="1"/>
          <p:nvPr/>
        </p:nvSpPr>
        <p:spPr>
          <a:xfrm>
            <a:off x="6935001" y="3429000"/>
            <a:ext cx="4656365" cy="1471511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180000" rIns="180000" bIns="180000" rtlCol="0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GB" sz="2400" dirty="0">
                <a:solidFill>
                  <a:schemeClr val="bg1"/>
                </a:solidFill>
              </a:rPr>
              <a:t>What would costs have been if we hadn’t implemented the efficiency drive?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4B74DF-0628-668F-35EC-02794B0CE961}"/>
              </a:ext>
            </a:extLst>
          </p:cNvPr>
          <p:cNvSpPr txBox="1"/>
          <p:nvPr/>
        </p:nvSpPr>
        <p:spPr>
          <a:xfrm>
            <a:off x="800098" y="5153734"/>
            <a:ext cx="70472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solidFill>
                  <a:schemeClr val="tx2"/>
                </a:solidFill>
              </a:rPr>
              <a:t>‘What would have been’ = </a:t>
            </a:r>
            <a:r>
              <a:rPr lang="en-GB" sz="2800" b="1" dirty="0">
                <a:solidFill>
                  <a:schemeClr val="tx2"/>
                </a:solidFill>
              </a:rPr>
              <a:t>counterfactual</a:t>
            </a:r>
            <a:endParaRPr lang="en-GB" sz="2800" dirty="0">
              <a:solidFill>
                <a:schemeClr val="tx2"/>
              </a:solidFill>
            </a:endParaRPr>
          </a:p>
          <a:p>
            <a:pPr>
              <a:spcAft>
                <a:spcPts val="1200"/>
              </a:spcAft>
            </a:pPr>
            <a:r>
              <a:rPr lang="en-GB" sz="2800" dirty="0">
                <a:solidFill>
                  <a:schemeClr val="tx2"/>
                </a:solidFill>
              </a:rPr>
              <a:t>Observed – counterfactual = </a:t>
            </a:r>
            <a:r>
              <a:rPr lang="en-GB" sz="2800" b="1" dirty="0">
                <a:solidFill>
                  <a:schemeClr val="tx2"/>
                </a:solidFill>
              </a:rPr>
              <a:t>causal effect</a:t>
            </a:r>
            <a:r>
              <a:rPr lang="en-GB" sz="2800" dirty="0">
                <a:solidFill>
                  <a:schemeClr val="tx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41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6" grpId="0" animBg="1"/>
      <p:bldP spid="7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DE774-6900-B455-C902-AE8479B8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063DC80-A59A-143A-5482-5F2EBD799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991485">
            <a:off x="8844996" y="339603"/>
            <a:ext cx="2904527" cy="2800609"/>
            <a:chOff x="3264240" y="634890"/>
            <a:chExt cx="4259355" cy="425935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08FDE461-F1F4-5C65-729D-0BCE2C2A3F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9299" y="774893"/>
              <a:ext cx="2549236" cy="36321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Graphic 8" descr="No sign outline">
              <a:extLst>
                <a:ext uri="{FF2B5EF4-FFF2-40B4-BE49-F238E27FC236}">
                  <a16:creationId xmlns:a16="http://schemas.microsoft.com/office/drawing/2014/main" id="{36B4905C-5E55-3AD2-1EB9-C5381FB2F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64240" y="634890"/>
              <a:ext cx="4259355" cy="4259355"/>
            </a:xfrm>
            <a:prstGeom prst="rect">
              <a:avLst/>
            </a:prstGeom>
          </p:spPr>
        </p:pic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E4D8EBF6-FB30-5ACB-CC06-909991D30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8" y="904730"/>
            <a:ext cx="8131466" cy="76175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Estimating the counterfactual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5D66E9D1-56BE-869E-1D04-1E3C1D837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8" y="1830548"/>
            <a:ext cx="10455091" cy="939389"/>
          </a:xfrm>
        </p:spPr>
        <p:txBody>
          <a:bodyPr rtlCol="0">
            <a:noAutofit/>
          </a:bodyPr>
          <a:lstStyle/>
          <a:p>
            <a:pPr rtl="0">
              <a:spcAft>
                <a:spcPts val="1200"/>
              </a:spcAft>
            </a:pPr>
            <a:r>
              <a:rPr lang="en-GB" sz="2400" dirty="0"/>
              <a:t>We don’t have a time machine – so how can we estimate the </a:t>
            </a:r>
          </a:p>
          <a:p>
            <a:pPr rtl="0">
              <a:spcBef>
                <a:spcPts val="0"/>
              </a:spcBef>
            </a:pPr>
            <a:r>
              <a:rPr lang="en-GB" sz="2400" dirty="0"/>
              <a:t>counterfactual?</a:t>
            </a:r>
            <a:endParaRPr lang="en-GB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75087-6B15-D7AE-7D0A-B17B7CD6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53D7EE4-1EDB-42FD-B6B7-A82C9F31F0F4}" type="slidenum">
              <a:rPr lang="en-GB" smtClean="0"/>
              <a:pPr rtl="0"/>
              <a:t>6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A0A9F4-8C8C-911B-53AF-955A17F057A2}"/>
              </a:ext>
            </a:extLst>
          </p:cNvPr>
          <p:cNvSpPr txBox="1">
            <a:spLocks/>
          </p:cNvSpPr>
          <p:nvPr/>
        </p:nvSpPr>
        <p:spPr>
          <a:xfrm>
            <a:off x="800098" y="2953022"/>
            <a:ext cx="10455091" cy="292555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2"/>
                </a:solidFill>
              </a:rPr>
              <a:t>‘Before’ vs. ‘after’</a:t>
            </a:r>
            <a:r>
              <a:rPr lang="en-GB" sz="2400" dirty="0">
                <a:solidFill>
                  <a:schemeClr val="tx2"/>
                </a:solidFill>
              </a:rPr>
              <a:t> – only works if there are no confounding variables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2"/>
                </a:solidFill>
              </a:rPr>
              <a:t>Randomised controlled trials</a:t>
            </a:r>
            <a:r>
              <a:rPr lang="en-GB" sz="2400" dirty="0">
                <a:solidFill>
                  <a:schemeClr val="tx2"/>
                </a:solidFill>
              </a:rPr>
              <a:t> – control group acts as proxy for the counterfactual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2"/>
                </a:solidFill>
              </a:rPr>
              <a:t>Causal inference</a:t>
            </a:r>
            <a:r>
              <a:rPr lang="en-GB" sz="2400" dirty="0">
                <a:solidFill>
                  <a:schemeClr val="tx2"/>
                </a:solidFill>
              </a:rPr>
              <a:t> – using a causal model to estimate the counterfactual from observed data</a:t>
            </a:r>
            <a:endParaRPr lang="en-GB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68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2CB8F-CF57-6BB9-7876-E10AB0CEE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7CF0D2-6AC2-7FD8-221E-CF6FDEC7C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8" y="904730"/>
            <a:ext cx="7348341" cy="761750"/>
          </a:xfrm>
        </p:spPr>
        <p:txBody>
          <a:bodyPr rtlCol="0"/>
          <a:lstStyle/>
          <a:p>
            <a:pPr rtl="0"/>
            <a:r>
              <a:rPr lang="en-GB" dirty="0"/>
              <a:t>Defining a causal model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5FD9514E-A2B6-5F6D-FB6F-A34FCAC9D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8120" y="1876549"/>
            <a:ext cx="4152900" cy="3483308"/>
          </a:xfrm>
        </p:spPr>
        <p:txBody>
          <a:bodyPr rtlCol="0">
            <a:noAutofit/>
          </a:bodyPr>
          <a:lstStyle/>
          <a:p>
            <a:pPr rtl="0">
              <a:spcAft>
                <a:spcPts val="1200"/>
              </a:spcAft>
            </a:pPr>
            <a:r>
              <a:rPr lang="en-GB" sz="2400" b="1" dirty="0">
                <a:solidFill>
                  <a:srgbClr val="0069B3"/>
                </a:solidFill>
              </a:rPr>
              <a:t>Treatment</a:t>
            </a:r>
            <a:r>
              <a:rPr lang="en-GB" sz="2400" dirty="0"/>
              <a:t> = Steroids</a:t>
            </a:r>
          </a:p>
          <a:p>
            <a:pPr rtl="0">
              <a:spcAft>
                <a:spcPts val="1200"/>
              </a:spcAft>
            </a:pPr>
            <a:r>
              <a:rPr lang="en-GB" sz="2400" b="1" dirty="0">
                <a:solidFill>
                  <a:srgbClr val="C64189"/>
                </a:solidFill>
              </a:rPr>
              <a:t>Outcome</a:t>
            </a:r>
            <a:r>
              <a:rPr lang="en-GB" sz="2400" dirty="0"/>
              <a:t> = 28-day survival</a:t>
            </a:r>
          </a:p>
          <a:p>
            <a:pPr rtl="0">
              <a:spcAft>
                <a:spcPts val="1200"/>
              </a:spcAft>
            </a:pPr>
            <a:r>
              <a:rPr lang="en-GB" sz="2400" dirty="0"/>
              <a:t>Age affects both treatment assignment and outcome, so </a:t>
            </a:r>
            <a:r>
              <a:rPr lang="en-GB" sz="2400" i="1" dirty="0"/>
              <a:t>confounds</a:t>
            </a:r>
            <a:r>
              <a:rPr lang="en-GB" sz="2400" dirty="0"/>
              <a:t> the relationship between steroids and 28-day survival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16A0E-1B3C-7DD7-8545-6457F5DE8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53D7EE4-1EDB-42FD-B6B7-A82C9F31F0F4}" type="slidenum">
              <a:rPr lang="en-GB" smtClean="0"/>
              <a:pPr rtl="0"/>
              <a:t>7</a:t>
            </a:fld>
            <a:endParaRPr lang="en-GB"/>
          </a:p>
        </p:txBody>
      </p:sp>
      <p:pic>
        <p:nvPicPr>
          <p:cNvPr id="7" name="Picture 6" descr="Directed Acyclic Graph showing three nodes: Age, Steroids, and 28-day survival. There are arrows between the nodes showing that Steroids affects 28-day survival, and Age affects both Steroids and 28-day survival.">
            <a:extLst>
              <a:ext uri="{FF2B5EF4-FFF2-40B4-BE49-F238E27FC236}">
                <a16:creationId xmlns:a16="http://schemas.microsoft.com/office/drawing/2014/main" id="{BB1597CE-0757-D11A-1F92-664CEC2A0A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02" b="21932"/>
          <a:stretch>
            <a:fillRect/>
          </a:stretch>
        </p:blipFill>
        <p:spPr>
          <a:xfrm>
            <a:off x="639591" y="1498030"/>
            <a:ext cx="5674226" cy="32199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6B42A0-72D1-AD75-5597-239319E5B461}"/>
              </a:ext>
            </a:extLst>
          </p:cNvPr>
          <p:cNvSpPr txBox="1"/>
          <p:nvPr/>
        </p:nvSpPr>
        <p:spPr>
          <a:xfrm>
            <a:off x="803775" y="5315284"/>
            <a:ext cx="10584449" cy="83099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Did the treatment group have higher survival because they received steroids, or because they were younger?</a:t>
            </a:r>
          </a:p>
        </p:txBody>
      </p:sp>
    </p:spTree>
    <p:extLst>
      <p:ext uri="{BB962C8B-B14F-4D97-AF65-F5344CB8AC3E}">
        <p14:creationId xmlns:p14="http://schemas.microsoft.com/office/powerpoint/2010/main" val="293755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0346E-9961-0368-BFA5-248514D31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BDC7FD-0976-418F-D873-486E8024D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8" y="904730"/>
            <a:ext cx="7348341" cy="761750"/>
          </a:xfrm>
        </p:spPr>
        <p:txBody>
          <a:bodyPr rtlCol="0"/>
          <a:lstStyle/>
          <a:p>
            <a:pPr rtl="0"/>
            <a:r>
              <a:rPr lang="en-GB" dirty="0"/>
              <a:t>A (slightly) more complicated example 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0990E52E-56C4-A258-68A8-9DCF25DAF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2289" y="2061458"/>
            <a:ext cx="4152900" cy="2537596"/>
          </a:xfrm>
        </p:spPr>
        <p:txBody>
          <a:bodyPr rtlCol="0">
            <a:noAutofit/>
          </a:bodyPr>
          <a:lstStyle/>
          <a:p>
            <a:pPr rtl="0">
              <a:spcAft>
                <a:spcPts val="1200"/>
              </a:spcAft>
            </a:pPr>
            <a:r>
              <a:rPr lang="en-GB" sz="2400" dirty="0"/>
              <a:t>Age affects Baseline health, which affects 28-day survival</a:t>
            </a:r>
          </a:p>
          <a:p>
            <a:pPr rtl="0">
              <a:spcAft>
                <a:spcPts val="1200"/>
              </a:spcAft>
            </a:pPr>
            <a:r>
              <a:rPr lang="en-GB" sz="2400" dirty="0"/>
              <a:t>There is a </a:t>
            </a:r>
            <a:r>
              <a:rPr lang="en-GB" sz="2400" i="1" dirty="0"/>
              <a:t>back-door path</a:t>
            </a:r>
            <a:r>
              <a:rPr lang="en-GB" sz="2400" b="1" i="1" dirty="0"/>
              <a:t> </a:t>
            </a:r>
            <a:r>
              <a:rPr lang="en-GB" sz="2400" dirty="0"/>
              <a:t>between Steroids and 28-day survival that runs through Baseline health and 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C7CAC-3E2D-7D65-58F4-7DA17399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53D7EE4-1EDB-42FD-B6B7-A82C9F31F0F4}" type="slidenum">
              <a:rPr lang="en-GB" smtClean="0"/>
              <a:pPr rtl="0"/>
              <a:t>8</a:t>
            </a:fld>
            <a:endParaRPr lang="en-GB"/>
          </a:p>
        </p:txBody>
      </p:sp>
      <p:pic>
        <p:nvPicPr>
          <p:cNvPr id="7" name="Picture 6" descr="Directed Acyclic Graph showing four nodes: Age, Baseline health, Steroids, and 28-day survival. There are arrows between the nodes showing that Steroids affects 28-day survival, Age affects both Steroids and Baseline health, and Baseline health affects 28-day survival.">
            <a:extLst>
              <a:ext uri="{FF2B5EF4-FFF2-40B4-BE49-F238E27FC236}">
                <a16:creationId xmlns:a16="http://schemas.microsoft.com/office/drawing/2014/main" id="{F6EAB654-C8A8-A87F-24CB-66E61DFFA2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02" t="5108" r="2272" b="29660"/>
          <a:stretch>
            <a:fillRect/>
          </a:stretch>
        </p:blipFill>
        <p:spPr>
          <a:xfrm>
            <a:off x="800098" y="1934337"/>
            <a:ext cx="5559359" cy="279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89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622C-D409-D387-4F7D-D5BD47521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3EA619-6B21-5FC4-4B1E-B3B98E62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8" y="904730"/>
            <a:ext cx="7348341" cy="761750"/>
          </a:xfrm>
        </p:spPr>
        <p:txBody>
          <a:bodyPr rtlCol="0"/>
          <a:lstStyle/>
          <a:p>
            <a:pPr rtl="0"/>
            <a:r>
              <a:rPr lang="en-GB" dirty="0"/>
              <a:t>Closing the back-door path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79FA4AB8-6F3F-E015-9BB9-DAB4AC545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2434" y="1862847"/>
            <a:ext cx="4912755" cy="4158574"/>
          </a:xfrm>
        </p:spPr>
        <p:txBody>
          <a:bodyPr rtlCol="0">
            <a:noAutofit/>
          </a:bodyPr>
          <a:lstStyle/>
          <a:p>
            <a:pPr rtl="0">
              <a:spcAft>
                <a:spcPts val="1200"/>
              </a:spcAft>
            </a:pPr>
            <a:r>
              <a:rPr lang="en-GB" sz="2400" dirty="0"/>
              <a:t>To close a back-door path, it is only necessary to control for one confounding variable on the path</a:t>
            </a:r>
          </a:p>
          <a:p>
            <a:pPr rtl="0">
              <a:spcAft>
                <a:spcPts val="1200"/>
              </a:spcAft>
            </a:pPr>
            <a:r>
              <a:rPr lang="en-GB" sz="2400" dirty="0"/>
              <a:t>A set of variables that together close all back-door paths in the model is called an </a:t>
            </a:r>
            <a:r>
              <a:rPr lang="en-GB" sz="2400" i="1" dirty="0"/>
              <a:t>adjustment set</a:t>
            </a:r>
          </a:p>
          <a:p>
            <a:pPr rtl="0">
              <a:spcAft>
                <a:spcPts val="1200"/>
              </a:spcAft>
            </a:pPr>
            <a:r>
              <a:rPr lang="en-GB" sz="2400" dirty="0"/>
              <a:t>A model can have multiple adjustment 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1EEEC-2F5E-D2CD-DA5C-07350ECF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53D7EE4-1EDB-42FD-B6B7-A82C9F31F0F4}" type="slidenum">
              <a:rPr lang="en-GB" smtClean="0"/>
              <a:pPr rtl="0"/>
              <a:t>9</a:t>
            </a:fld>
            <a:endParaRPr lang="en-GB"/>
          </a:p>
        </p:txBody>
      </p:sp>
      <p:pic>
        <p:nvPicPr>
          <p:cNvPr id="7" name="Picture 6" descr="Directed Acyclic Graph showing four nodes: Age, Baseline health, Steroids, and 28-day survival. There are arrows between the nodes showing that Steroids affects 28-day survival, Age affects both Steroids and Baseline health, and Baseline health affects 28-day survival. The Age node is darkened to show that it has been adjusted for, closing the back-door path between Steroids and 28-day survival.">
            <a:extLst>
              <a:ext uri="{FF2B5EF4-FFF2-40B4-BE49-F238E27FC236}">
                <a16:creationId xmlns:a16="http://schemas.microsoft.com/office/drawing/2014/main" id="{38F258BF-35CC-02A8-6045-B411027077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26" t="5957" r="1693" b="32340"/>
          <a:stretch>
            <a:fillRect/>
          </a:stretch>
        </p:blipFill>
        <p:spPr>
          <a:xfrm>
            <a:off x="1175138" y="1708489"/>
            <a:ext cx="4320000" cy="2039349"/>
          </a:xfrm>
          <a:prstGeom prst="rect">
            <a:avLst/>
          </a:prstGeom>
        </p:spPr>
      </p:pic>
      <p:pic>
        <p:nvPicPr>
          <p:cNvPr id="9" name="Picture 8" descr="Directed Acyclic Graph showing four nodes: Age, Baseline health, Steroids, and 28-day survival. There are arrows between the nodes showing that Steroids affects 28-day survival, Age affects both Steroids and Baseline health, and Baseline health affects 28-day survival. The Baseline health node is darkened to show that it has been adjusted for, closing the back-door path between Steroids and 28-day survival.">
            <a:extLst>
              <a:ext uri="{FF2B5EF4-FFF2-40B4-BE49-F238E27FC236}">
                <a16:creationId xmlns:a16="http://schemas.microsoft.com/office/drawing/2014/main" id="{FC2C5181-5C00-F71B-9A94-7CEA5D93BA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632" t="7088" r="3900" b="30186"/>
          <a:stretch>
            <a:fillRect/>
          </a:stretch>
        </p:blipFill>
        <p:spPr>
          <a:xfrm>
            <a:off x="1173438" y="3789847"/>
            <a:ext cx="4320000" cy="217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88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0F1A4-FDC6-4E36-8371-74F8E9B7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Causal inference methods</a:t>
            </a:r>
          </a:p>
        </p:txBody>
      </p:sp>
      <p:graphicFrame>
        <p:nvGraphicFramePr>
          <p:cNvPr id="14" name="Content Placeholder 2" descr="Timeline Placeholder ">
            <a:extLst>
              <a:ext uri="{FF2B5EF4-FFF2-40B4-BE49-F238E27FC236}">
                <a16:creationId xmlns:a16="http://schemas.microsoft.com/office/drawing/2014/main" id="{2FEBF416-9260-4E53-9F09-8553200D574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708129486"/>
              </p:ext>
            </p:extLst>
          </p:nvPr>
        </p:nvGraphicFramePr>
        <p:xfrm>
          <a:off x="695325" y="1941513"/>
          <a:ext cx="10798175" cy="4021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93B878A-596D-41EE-B917-67BA1265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03F77D-1BEF-481A-B8C1-15974ED46EB7}" type="slidenum">
              <a:rPr lang="en-GB" smtClean="0"/>
              <a:pPr rtl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9546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86FCE-271C-0180-290A-9FAF0A45D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9D389A-C56C-553B-EE3E-CC31AD007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8" y="904730"/>
            <a:ext cx="8131466" cy="76175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Reducing bias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1D62851-51B8-A6E6-76EF-6BB014505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8" y="1830548"/>
            <a:ext cx="7283587" cy="4525802"/>
          </a:xfrm>
        </p:spPr>
        <p:txBody>
          <a:bodyPr rtlCol="0">
            <a:noAutofit/>
          </a:bodyPr>
          <a:lstStyle/>
          <a:p>
            <a:pPr rtl="0">
              <a:spcAft>
                <a:spcPts val="1200"/>
              </a:spcAft>
            </a:pPr>
            <a:r>
              <a:rPr lang="en-GB" sz="2400" dirty="0"/>
              <a:t>Confounding introduces bias (causes us to underestimate or overestimate causal effects)</a:t>
            </a:r>
          </a:p>
          <a:p>
            <a:pPr rtl="0">
              <a:spcAft>
                <a:spcPts val="1200"/>
              </a:spcAft>
            </a:pPr>
            <a:r>
              <a:rPr lang="en-GB" sz="2400" dirty="0"/>
              <a:t>Adjusting for confounding aims to reduce the amount of bias in our estimates</a:t>
            </a:r>
          </a:p>
          <a:p>
            <a:pPr rtl="0">
              <a:spcAft>
                <a:spcPts val="1200"/>
              </a:spcAft>
            </a:pPr>
            <a:r>
              <a:rPr lang="en-GB" sz="2400" dirty="0"/>
              <a:t>Success depends on:</a:t>
            </a:r>
          </a:p>
          <a:p>
            <a:pPr marL="342900" indent="-342900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Accuracy of causal model</a:t>
            </a:r>
          </a:p>
          <a:p>
            <a:pPr marL="342900" indent="-342900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Appropriate use of techniques to ensure balance between treatment and control groups</a:t>
            </a:r>
          </a:p>
          <a:p>
            <a:pPr marL="342900" indent="-342900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Sample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CB4ED-5BB4-6BBC-0583-812C9DAB3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53D7EE4-1EDB-42FD-B6B7-A82C9F31F0F4}" type="slidenum">
              <a:rPr lang="en-GB" smtClean="0"/>
              <a:pPr rtl="0"/>
              <a:t>11</a:t>
            </a:fld>
            <a:endParaRPr lang="en-GB"/>
          </a:p>
        </p:txBody>
      </p:sp>
      <p:pic>
        <p:nvPicPr>
          <p:cNvPr id="7" name="Picture 6" descr="A stack of rocks in the water&#10;&#10;AI-generated content may be incorrect.">
            <a:extLst>
              <a:ext uri="{FF2B5EF4-FFF2-40B4-BE49-F238E27FC236}">
                <a16:creationId xmlns:a16="http://schemas.microsoft.com/office/drawing/2014/main" id="{611A3638-B251-3FD3-007D-69C9B66592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51" r="31168"/>
          <a:stretch>
            <a:fillRect/>
          </a:stretch>
        </p:blipFill>
        <p:spPr>
          <a:xfrm>
            <a:off x="8448472" y="996413"/>
            <a:ext cx="3043555" cy="495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39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A701A-37AB-0C84-4DEC-72873E1C2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DEC37B-BFB9-34D8-813E-16195094D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8" y="904730"/>
            <a:ext cx="8131466" cy="76175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Example causal inference workflow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0378C133-99B6-BF9E-ED28-92172D4AA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8" y="1830548"/>
            <a:ext cx="10791268" cy="4259355"/>
          </a:xfrm>
        </p:spPr>
        <p:txBody>
          <a:bodyPr rtlCol="0">
            <a:noAutofit/>
          </a:bodyPr>
          <a:lstStyle/>
          <a:p>
            <a:pPr rtl="0">
              <a:spcAft>
                <a:spcPts val="1200"/>
              </a:spcAft>
            </a:pPr>
            <a:r>
              <a:rPr lang="en-GB" sz="2400" b="1" dirty="0"/>
              <a:t>Step 1: </a:t>
            </a:r>
            <a:r>
              <a:rPr lang="en-GB" sz="2400" dirty="0"/>
              <a:t>Design causal model with input from domain experts and target population</a:t>
            </a:r>
          </a:p>
          <a:p>
            <a:pPr rtl="0">
              <a:spcAft>
                <a:spcPts val="1200"/>
              </a:spcAft>
            </a:pPr>
            <a:r>
              <a:rPr lang="en-GB" sz="2400" b="1" dirty="0"/>
              <a:t>Step 2: </a:t>
            </a:r>
            <a:r>
              <a:rPr lang="en-GB" sz="2400" dirty="0"/>
              <a:t>Use the model to produce a measurement framework for all the variables in the adjustment set</a:t>
            </a:r>
          </a:p>
          <a:p>
            <a:pPr rtl="0">
              <a:spcAft>
                <a:spcPts val="1200"/>
              </a:spcAft>
            </a:pPr>
            <a:r>
              <a:rPr lang="en-GB" sz="2400" b="1" dirty="0"/>
              <a:t>Step 3: </a:t>
            </a:r>
            <a:r>
              <a:rPr lang="en-GB" sz="2400" dirty="0"/>
              <a:t>Collect data</a:t>
            </a:r>
          </a:p>
          <a:p>
            <a:pPr rtl="0">
              <a:spcAft>
                <a:spcPts val="1200"/>
              </a:spcAft>
            </a:pPr>
            <a:r>
              <a:rPr lang="en-GB" sz="2400" b="1" dirty="0"/>
              <a:t>Step 4: </a:t>
            </a:r>
            <a:r>
              <a:rPr lang="en-GB" sz="2400" dirty="0"/>
              <a:t>Estimate causal effect from the collected data, using causal inference methods to adjust for differences between groups</a:t>
            </a:r>
            <a:endParaRPr lang="en-GB" sz="2400" b="1" dirty="0"/>
          </a:p>
          <a:p>
            <a:pPr rtl="0">
              <a:spcAft>
                <a:spcPts val="1200"/>
              </a:spcAft>
            </a:pPr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9299D-2D15-5253-C616-DF85DAA0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53D7EE4-1EDB-42FD-B6B7-A82C9F31F0F4}" type="slidenum">
              <a:rPr lang="en-GB" smtClean="0"/>
              <a:pPr rtl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825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3BFB6-6D03-41AB-C9B7-AE9A0114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E58D3C9-6021-D836-002A-B942C5A34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8" y="904730"/>
            <a:ext cx="7348341" cy="761750"/>
          </a:xfrm>
        </p:spPr>
        <p:txBody>
          <a:bodyPr rtlCol="0"/>
          <a:lstStyle/>
          <a:p>
            <a:pPr rtl="0"/>
            <a:r>
              <a:rPr lang="en-GB" dirty="0"/>
              <a:t>Resources for R and Python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302CC2F-7E41-C5ED-1F01-D8B4CDF01C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907439"/>
              </p:ext>
            </p:extLst>
          </p:nvPr>
        </p:nvGraphicFramePr>
        <p:xfrm>
          <a:off x="800098" y="1666480"/>
          <a:ext cx="10791268" cy="4513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2">
                  <a:extLst>
                    <a:ext uri="{9D8B030D-6E8A-4147-A177-3AD203B41FA5}">
                      <a16:colId xmlns:a16="http://schemas.microsoft.com/office/drawing/2014/main" val="1440651798"/>
                    </a:ext>
                  </a:extLst>
                </a:gridCol>
                <a:gridCol w="4766983">
                  <a:extLst>
                    <a:ext uri="{9D8B030D-6E8A-4147-A177-3AD203B41FA5}">
                      <a16:colId xmlns:a16="http://schemas.microsoft.com/office/drawing/2014/main" val="412085795"/>
                    </a:ext>
                  </a:extLst>
                </a:gridCol>
                <a:gridCol w="4766983">
                  <a:extLst>
                    <a:ext uri="{9D8B030D-6E8A-4147-A177-3AD203B41FA5}">
                      <a16:colId xmlns:a16="http://schemas.microsoft.com/office/drawing/2014/main" val="2485105814"/>
                    </a:ext>
                  </a:extLst>
                </a:gridCol>
              </a:tblGrid>
              <a:tr h="1060973"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Python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765591"/>
                  </a:ext>
                </a:extLst>
              </a:tr>
              <a:tr h="1898182">
                <a:tc>
                  <a:txBody>
                    <a:bodyPr/>
                    <a:lstStyle/>
                    <a:p>
                      <a:pPr algn="ctr"/>
                      <a:r>
                        <a:rPr lang="en-GB" sz="2400" i="0" dirty="0"/>
                        <a:t>Book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i="1" dirty="0">
                          <a:hlinkClick r:id="rId3"/>
                        </a:rPr>
                        <a:t>Causal Inference in R</a:t>
                      </a:r>
                      <a:r>
                        <a:rPr lang="en-GB" sz="2400" i="1" dirty="0"/>
                        <a:t> </a:t>
                      </a:r>
                    </a:p>
                    <a:p>
                      <a:r>
                        <a:rPr lang="en-GB" sz="2400" i="0" dirty="0"/>
                        <a:t>by Barrett, D’Agostino McGowan, and Gerke</a:t>
                      </a:r>
                      <a:endParaRPr lang="en-GB" sz="2400" i="1" dirty="0"/>
                    </a:p>
                    <a:p>
                      <a:r>
                        <a:rPr lang="en-GB" sz="2400" i="0" dirty="0"/>
                        <a:t>(still a work-in-progress)</a:t>
                      </a:r>
                      <a:endParaRPr lang="en-GB" sz="2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i="1" dirty="0">
                          <a:hlinkClick r:id="rId4"/>
                        </a:rPr>
                        <a:t>Causal Inference and Discovery in Python</a:t>
                      </a:r>
                      <a:r>
                        <a:rPr lang="en-GB" sz="2400" i="0" dirty="0"/>
                        <a:t> </a:t>
                      </a:r>
                    </a:p>
                    <a:p>
                      <a:r>
                        <a:rPr lang="en-GB" sz="2400" i="0" dirty="0"/>
                        <a:t>by Aleksander </a:t>
                      </a:r>
                      <a:r>
                        <a:rPr lang="en-GB" sz="2400" i="0" dirty="0" err="1"/>
                        <a:t>Molak</a:t>
                      </a:r>
                      <a:endParaRPr lang="en-GB" sz="2400" i="1" dirty="0"/>
                    </a:p>
                  </a:txBody>
                  <a:tcPr>
                    <a:solidFill>
                      <a:srgbClr val="D5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083578"/>
                  </a:ext>
                </a:extLst>
              </a:tr>
              <a:tr h="1451555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Packages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hlinkClick r:id="rId5"/>
                        </a:rPr>
                        <a:t>`</a:t>
                      </a:r>
                      <a:r>
                        <a:rPr lang="en-GB" sz="2400" dirty="0" err="1">
                          <a:hlinkClick r:id="rId5"/>
                        </a:rPr>
                        <a:t>ggdag</a:t>
                      </a:r>
                      <a:r>
                        <a:rPr lang="en-GB" sz="2400" dirty="0">
                          <a:hlinkClick r:id="rId5"/>
                        </a:rPr>
                        <a:t>`</a:t>
                      </a:r>
                      <a:r>
                        <a:rPr lang="en-GB" sz="2400" dirty="0"/>
                        <a:t> for drawing DAGs</a:t>
                      </a:r>
                    </a:p>
                    <a:p>
                      <a:r>
                        <a:rPr lang="en-GB" sz="2400" dirty="0">
                          <a:hlinkClick r:id="rId6"/>
                        </a:rPr>
                        <a:t>`</a:t>
                      </a:r>
                      <a:r>
                        <a:rPr lang="en-GB" sz="2400" dirty="0" err="1">
                          <a:hlinkClick r:id="rId6"/>
                        </a:rPr>
                        <a:t>MatchIt</a:t>
                      </a:r>
                      <a:r>
                        <a:rPr lang="en-GB" sz="2400" dirty="0">
                          <a:hlinkClick r:id="rId6"/>
                        </a:rPr>
                        <a:t>`</a:t>
                      </a:r>
                      <a:r>
                        <a:rPr lang="en-GB" sz="2400" dirty="0"/>
                        <a:t> and </a:t>
                      </a:r>
                      <a:r>
                        <a:rPr lang="en-GB" sz="2400" dirty="0">
                          <a:hlinkClick r:id="rId7"/>
                        </a:rPr>
                        <a:t>`</a:t>
                      </a:r>
                      <a:r>
                        <a:rPr lang="en-GB" sz="2400" dirty="0" err="1">
                          <a:hlinkClick r:id="rId7"/>
                        </a:rPr>
                        <a:t>WeightIt</a:t>
                      </a:r>
                      <a:r>
                        <a:rPr lang="en-GB" sz="2400" dirty="0">
                          <a:hlinkClick r:id="rId7"/>
                        </a:rPr>
                        <a:t>`</a:t>
                      </a:r>
                      <a:r>
                        <a:rPr lang="en-GB" sz="2400" dirty="0"/>
                        <a:t> for matching and weighting</a:t>
                      </a:r>
                    </a:p>
                    <a:p>
                      <a:r>
                        <a:rPr lang="en-GB" sz="2400" dirty="0">
                          <a:hlinkClick r:id="rId8"/>
                        </a:rPr>
                        <a:t>`</a:t>
                      </a:r>
                      <a:r>
                        <a:rPr lang="en-GB" sz="2400" dirty="0" err="1">
                          <a:hlinkClick r:id="rId8"/>
                        </a:rPr>
                        <a:t>pcalg</a:t>
                      </a:r>
                      <a:r>
                        <a:rPr lang="en-GB" sz="2400" dirty="0">
                          <a:hlinkClick r:id="rId8"/>
                        </a:rPr>
                        <a:t>`</a:t>
                      </a:r>
                      <a:endParaRPr lang="en-GB" sz="2400" dirty="0"/>
                    </a:p>
                  </a:txBody>
                  <a:tcPr>
                    <a:solidFill>
                      <a:srgbClr val="CBD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hlinkClick r:id="rId9"/>
                        </a:rPr>
                        <a:t>`</a:t>
                      </a:r>
                      <a:r>
                        <a:rPr lang="en-GB" sz="2400" dirty="0" err="1">
                          <a:hlinkClick r:id="rId9"/>
                        </a:rPr>
                        <a:t>pmgpy</a:t>
                      </a:r>
                      <a:r>
                        <a:rPr lang="en-GB" sz="2400" dirty="0">
                          <a:hlinkClick r:id="rId9"/>
                        </a:rPr>
                        <a:t>`</a:t>
                      </a:r>
                      <a:endParaRPr lang="en-GB" sz="2400" dirty="0"/>
                    </a:p>
                    <a:p>
                      <a:r>
                        <a:rPr lang="en-GB" sz="2400" dirty="0">
                          <a:hlinkClick r:id="rId10"/>
                        </a:rPr>
                        <a:t>`</a:t>
                      </a:r>
                      <a:r>
                        <a:rPr lang="en-GB" sz="2400" dirty="0" err="1">
                          <a:hlinkClick r:id="rId10"/>
                        </a:rPr>
                        <a:t>pywhy</a:t>
                      </a:r>
                      <a:r>
                        <a:rPr lang="en-GB" sz="2400" dirty="0">
                          <a:hlinkClick r:id="rId10"/>
                        </a:rPr>
                        <a:t>`</a:t>
                      </a:r>
                      <a:endParaRPr lang="en-GB" sz="2400" dirty="0"/>
                    </a:p>
                  </a:txBody>
                  <a:tcPr>
                    <a:solidFill>
                      <a:srgbClr val="D5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13664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1E0F4-2B0A-6B5E-26A2-089562194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53D7EE4-1EDB-42FD-B6B7-A82C9F31F0F4}" type="slidenum">
              <a:rPr lang="en-GB" smtClean="0"/>
              <a:pPr rtl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082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C13A0-EC17-3E5B-EB16-EE9FBF515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7D2842-7388-ADD3-5688-152EDE53B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8" y="904730"/>
            <a:ext cx="7348341" cy="76175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General Resources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2A8D68BB-ACC1-0300-6E50-AF6064B43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800" y="1693915"/>
            <a:ext cx="10576400" cy="4424783"/>
          </a:xfrm>
        </p:spPr>
        <p:txBody>
          <a:bodyPr rtlCol="0">
            <a:noAutofit/>
          </a:bodyPr>
          <a:lstStyle/>
          <a:p>
            <a:pPr marL="342900" indent="-342900" rt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hlinkClick r:id="rId3"/>
              </a:rPr>
              <a:t>Pearl and Mackenzie, </a:t>
            </a:r>
            <a:r>
              <a:rPr lang="en-GB" sz="2400" i="1" dirty="0">
                <a:hlinkClick r:id="rId3"/>
              </a:rPr>
              <a:t>The Book of Why</a:t>
            </a:r>
            <a:endParaRPr lang="en-GB" sz="2400" i="1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GB" sz="2400" dirty="0"/>
              <a:t>Nice introduction to causal thinking written for a general audience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hlinkClick r:id="rId4"/>
              </a:rPr>
              <a:t>Morgan and Winship, </a:t>
            </a:r>
            <a:r>
              <a:rPr lang="en-GB" sz="2400" i="1" dirty="0">
                <a:hlinkClick r:id="rId4"/>
              </a:rPr>
              <a:t>Counterfactuals and causal inference</a:t>
            </a:r>
            <a:endParaRPr lang="en-GB" sz="2400" i="1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GB" sz="2400" dirty="0"/>
              <a:t>More academic textbook covering key principles and approaches such as potential outcomes framework and structural causal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hlinkClick r:id="rId5"/>
              </a:rPr>
              <a:t>McElreath, </a:t>
            </a:r>
            <a:r>
              <a:rPr lang="en-GB" sz="2400" i="1" dirty="0">
                <a:hlinkClick r:id="rId5"/>
              </a:rPr>
              <a:t>Statistical Rethinking</a:t>
            </a:r>
            <a:endParaRPr lang="en-GB" sz="2400" i="1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GB" sz="2400" dirty="0"/>
              <a:t>A complete course of YouTube lectures covering a variety of topics relevant to causal inference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hlinkClick r:id="rId6"/>
              </a:rPr>
              <a:t>The 100% CI blog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err="1">
                <a:hlinkClick r:id="rId7"/>
              </a:rPr>
              <a:t>cStructure</a:t>
            </a:r>
            <a:r>
              <a:rPr lang="en-GB" sz="2400" dirty="0"/>
              <a:t> – causal reasoning platform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12745-97A0-0549-B91E-98C3354C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53D7EE4-1EDB-42FD-B6B7-A82C9F31F0F4}" type="slidenum">
              <a:rPr lang="en-GB" smtClean="0"/>
              <a:pPr rtl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896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two Lego pirates inspecting a globe">
            <a:extLst>
              <a:ext uri="{FF2B5EF4-FFF2-40B4-BE49-F238E27FC236}">
                <a16:creationId xmlns:a16="http://schemas.microsoft.com/office/drawing/2014/main" id="{87CBC45B-0342-153B-6995-A13CCC918ED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198"/>
                    </a14:imgEffect>
                    <a14:imgEffect>
                      <a14:brightnessContrast bright="-90000" contrast="-60000"/>
                    </a14:imgEffect>
                  </a14:imgLayer>
                </a14:imgProps>
              </a:ext>
            </a:extLst>
          </a:blip>
          <a:srcRect t="2295" b="13625"/>
          <a:stretch>
            <a:fillRect/>
          </a:stretch>
        </p:blipFill>
        <p:spPr bwMode="auto">
          <a:xfrm>
            <a:off x="0" y="1"/>
            <a:ext cx="12234779" cy="6858000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943B98F4-2A48-6B42-1BA0-E59A932C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610" y="514372"/>
            <a:ext cx="4898189" cy="761750"/>
          </a:xfrm>
        </p:spPr>
        <p:txBody>
          <a:bodyPr rtlCol="0">
            <a:normAutofit/>
          </a:bodyPr>
          <a:lstStyle/>
          <a:p>
            <a:pPr algn="l" rtl="0"/>
            <a:r>
              <a:rPr lang="en-GB" dirty="0">
                <a:effectLst/>
              </a:rPr>
              <a:t>Summary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895843-157C-4992-8BC1-1CB6E443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2AE2B76-F97F-4BE2-8670-72276A5F21A5}" type="slidenum">
              <a:rPr lang="en-GB" smtClean="0"/>
              <a:pPr rtl="0"/>
              <a:t>15</a:t>
            </a:fld>
            <a:endParaRPr lang="en-GB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72F9F544-BA13-307B-ED36-D9D38F83A957}"/>
              </a:ext>
            </a:extLst>
          </p:cNvPr>
          <p:cNvSpPr txBox="1">
            <a:spLocks/>
          </p:cNvSpPr>
          <p:nvPr/>
        </p:nvSpPr>
        <p:spPr>
          <a:xfrm>
            <a:off x="1502610" y="1226295"/>
            <a:ext cx="9277685" cy="4259355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1200"/>
              </a:spcAft>
            </a:pPr>
            <a:r>
              <a:rPr lang="en-GB" dirty="0">
                <a:effectLst/>
              </a:rPr>
              <a:t>Causal inference can get us a less biased estimate of causal effects using observational data, when RCTs are infeasible or impossible</a:t>
            </a:r>
          </a:p>
          <a:p>
            <a:pPr algn="l">
              <a:spcAft>
                <a:spcPts val="1200"/>
              </a:spcAft>
            </a:pPr>
            <a:r>
              <a:rPr lang="en-GB" dirty="0">
                <a:effectLst/>
              </a:rPr>
              <a:t>The degree of bias depends on the accuracy of the causal model used, steps taken to ensure balance, and sample size</a:t>
            </a:r>
          </a:p>
          <a:p>
            <a:pPr algn="l">
              <a:spcAft>
                <a:spcPts val="1200"/>
              </a:spcAft>
            </a:pPr>
            <a:r>
              <a:rPr lang="en-GB" dirty="0">
                <a:effectLst/>
              </a:rPr>
              <a:t>A range of resources exists for implementing causal inference in R and Python, with supportive online communities</a:t>
            </a:r>
          </a:p>
        </p:txBody>
      </p:sp>
    </p:spTree>
    <p:extLst>
      <p:ext uri="{BB962C8B-B14F-4D97-AF65-F5344CB8AC3E}">
        <p14:creationId xmlns:p14="http://schemas.microsoft.com/office/powerpoint/2010/main" val="174330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0E66B-357D-4937-B92F-BDC71B7BD9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GB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33B907-C059-432D-9E6C-B6A08FA776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GB" dirty="0"/>
              <a:t>Nathan Thomas | nathan.thomas6@nhs.net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CCF82-DD52-4DF2-A97B-A6A198D3E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53D7EE4-1EDB-42FD-B6B7-A82C9F31F0F4}" type="slidenum">
              <a:rPr lang="en-GB" smtClean="0"/>
              <a:pPr rtl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22101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BC_WB">
      <a:dk1>
        <a:srgbClr val="000000"/>
      </a:dk1>
      <a:lt1>
        <a:srgbClr val="FFFFFF"/>
      </a:lt1>
      <a:dk2>
        <a:srgbClr val="415563"/>
      </a:dk2>
      <a:lt2>
        <a:srgbClr val="E8EDEE"/>
      </a:lt2>
      <a:accent1>
        <a:srgbClr val="0069B3"/>
      </a:accent1>
      <a:accent2>
        <a:srgbClr val="009F9E"/>
      </a:accent2>
      <a:accent3>
        <a:srgbClr val="65B330"/>
      </a:accent3>
      <a:accent4>
        <a:srgbClr val="F39200"/>
      </a:accent4>
      <a:accent5>
        <a:srgbClr val="C64189"/>
      </a:accent5>
      <a:accent6>
        <a:srgbClr val="6D5096"/>
      </a:accent6>
      <a:hlink>
        <a:srgbClr val="0069B3"/>
      </a:hlink>
      <a:folHlink>
        <a:srgbClr val="73519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B3B99A6-18A1-4E82-8AD0-20D7C4B09835}" vid="{F026894C-A3D8-402F-A481-FACE18F20BF9}"/>
    </a:ext>
  </a:extLst>
</a:theme>
</file>

<file path=ppt/theme/theme2.xml><?xml version="1.0" encoding="utf-8"?>
<a:theme xmlns:a="http://schemas.openxmlformats.org/drawingml/2006/main" name="2_BC&amp;WB_CCG_Theme">
  <a:themeElements>
    <a:clrScheme name="BC&amp;WB">
      <a:dk1>
        <a:srgbClr val="000000"/>
      </a:dk1>
      <a:lt1>
        <a:srgbClr val="FFFFFF"/>
      </a:lt1>
      <a:dk2>
        <a:srgbClr val="415563"/>
      </a:dk2>
      <a:lt2>
        <a:srgbClr val="E8EDEE"/>
      </a:lt2>
      <a:accent1>
        <a:srgbClr val="0069B3"/>
      </a:accent1>
      <a:accent2>
        <a:srgbClr val="009F9E"/>
      </a:accent2>
      <a:accent3>
        <a:srgbClr val="65B330"/>
      </a:accent3>
      <a:accent4>
        <a:srgbClr val="F39200"/>
      </a:accent4>
      <a:accent5>
        <a:srgbClr val="BE0C78"/>
      </a:accent5>
      <a:accent6>
        <a:srgbClr val="6D5096"/>
      </a:accent6>
      <a:hlink>
        <a:srgbClr val="0069B3"/>
      </a:hlink>
      <a:folHlink>
        <a:srgbClr val="73519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62874086846E428712398880820969" ma:contentTypeVersion="15" ma:contentTypeDescription="Create a new document." ma:contentTypeScope="" ma:versionID="24308e88b07c3b008eb0cc8a7d15dd9d">
  <xsd:schema xmlns:xsd="http://www.w3.org/2001/XMLSchema" xmlns:xs="http://www.w3.org/2001/XMLSchema" xmlns:p="http://schemas.microsoft.com/office/2006/metadata/properties" xmlns:ns1="http://schemas.microsoft.com/sharepoint/v3" xmlns:ns2="c9297745-3f22-4edd-a5cd-cd34ec920a85" xmlns:ns3="6f94a894-ae5e-4888-a6a4-eb1edbf955ef" targetNamespace="http://schemas.microsoft.com/office/2006/metadata/properties" ma:root="true" ma:fieldsID="e0af61b717fe40f0f165ba3a149e194a" ns1:_="" ns2:_="" ns3:_="">
    <xsd:import namespace="http://schemas.microsoft.com/sharepoint/v3"/>
    <xsd:import namespace="c9297745-3f22-4edd-a5cd-cd34ec920a85"/>
    <xsd:import namespace="6f94a894-ae5e-4888-a6a4-eb1edbf955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297745-3f22-4edd-a5cd-cd34ec920a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c8d5fda-b97d-42c6-97e2-f76465e161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94a894-ae5e-4888-a6a4-eb1edbf955e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c9297745-3f22-4edd-a5cd-cd34ec920a8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8486D8B-52AE-4799-9F77-6CB8614726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9297745-3f22-4edd-a5cd-cd34ec920a85"/>
    <ds:schemaRef ds:uri="6f94a894-ae5e-4888-a6a4-eb1edbf955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9187C1-630C-405A-830B-EED062A4969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0F876D-ECAD-49DD-95DE-E4DA3D4E9CA1}">
  <ds:schemaRefs>
    <ds:schemaRef ds:uri="http://www.w3.org/XML/1998/namespace"/>
    <ds:schemaRef ds:uri="6f94a894-ae5e-4888-a6a4-eb1edbf955ef"/>
    <ds:schemaRef ds:uri="http://schemas.microsoft.com/sharepoint/v3"/>
    <ds:schemaRef ds:uri="http://schemas.openxmlformats.org/package/2006/metadata/core-properties"/>
    <ds:schemaRef ds:uri="c9297745-3f22-4edd-a5cd-cd34ec920a85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37c354b2-85b0-47f5-b222-07b48d774ee3}" enabled="0" method="" siteId="{37c354b2-85b0-47f5-b222-07b48d774ee3}" removed="1"/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BCICB</Template>
  <TotalTime>981</TotalTime>
  <Words>805</Words>
  <Application>Microsoft Office PowerPoint</Application>
  <PresentationFormat>Widescreen</PresentationFormat>
  <Paragraphs>124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Calibri</vt:lpstr>
      <vt:lpstr>Matura MT Script Capitals</vt:lpstr>
      <vt:lpstr>Theme1</vt:lpstr>
      <vt:lpstr>2_BC&amp;WB_CCG_Theme</vt:lpstr>
      <vt:lpstr>Introduction to Causal Inference for R and Python users</vt:lpstr>
      <vt:lpstr>Introduction</vt:lpstr>
      <vt:lpstr>Why?</vt:lpstr>
      <vt:lpstr>What’s the cause?</vt:lpstr>
      <vt:lpstr>Estimating causal effects</vt:lpstr>
      <vt:lpstr>Estimating the counterfactual</vt:lpstr>
      <vt:lpstr>Defining a causal model</vt:lpstr>
      <vt:lpstr>A (slightly) more complicated example </vt:lpstr>
      <vt:lpstr>Closing the back-door path</vt:lpstr>
      <vt:lpstr>Causal inference methods</vt:lpstr>
      <vt:lpstr>Reducing bias</vt:lpstr>
      <vt:lpstr>Example causal inference workflow</vt:lpstr>
      <vt:lpstr>Resources for R and Python</vt:lpstr>
      <vt:lpstr>General Resources</vt:lpstr>
      <vt:lpstr>Summary</vt:lpstr>
      <vt:lpstr>Thank you</vt:lpstr>
    </vt:vector>
  </TitlesOfParts>
  <Company>Royal Wolverhampton NHS Trust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THOMAS, Nathan (NHS BLACK COUNTRY ICB - D2P2L)</dc:creator>
  <cp:lastModifiedBy>THOMAS, Nathan (NHS BLACK COUNTRY ICB - D2P2L)</cp:lastModifiedBy>
  <cp:revision>1</cp:revision>
  <dcterms:created xsi:type="dcterms:W3CDTF">2025-10-16T15:47:38Z</dcterms:created>
  <dcterms:modified xsi:type="dcterms:W3CDTF">2025-11-03T15:12:59Z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0x0101004662874086846E428712398880820969</vt:lpwstr>
  </property>
  <property fmtid="{D5CDD505-2E9C-101B-9397-08002B2CF9AE}" pid="3" name="MediaServiceImageTags">
    <vt:lpwstr/>
  </property>
</Properties>
</file>